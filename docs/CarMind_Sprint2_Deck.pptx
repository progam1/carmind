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55d1af61064f55" /><Relationship Type="http://schemas.openxmlformats.org/officeDocument/2006/relationships/extended-properties" Target="/docProps/app.xml" Id="Ra928c595002c4993" /><Relationship Type="http://schemas.openxmlformats.org/officeDocument/2006/relationships/officeDocument" Target="/ppt/presentation.xml" Id="R35ac76d987d149f9" /></Relationships>
</file>

<file path=ppt/presentation.xml><?xml version="1.0" encoding="utf-8"?>
<p:presentation xmlns:p="http://schemas.openxmlformats.org/presentationml/2006/main">
  <p:sldMasterIdLst>
    <p:sldMasterId xmlns:r="http://schemas.openxmlformats.org/officeDocument/2006/relationships" id="2147483648" r:id="Rb176c61ef4e14ea0"/>
  </p:sldMasterIdLst>
  <p:notesMasterIdLst>
    <p:notesMasterId xmlns:r="http://schemas.openxmlformats.org/officeDocument/2006/relationships" r:id="R97de788976eb4fd1"/>
  </p:notesMasterIdLst>
  <p:sldIdLst>
    <p:sldId xmlns:r="http://schemas.openxmlformats.org/officeDocument/2006/relationships" id="256" r:id="Rca9563a210e2412b"/>
    <p:sldId xmlns:r="http://schemas.openxmlformats.org/officeDocument/2006/relationships" id="257" r:id="R5d50fa71f9bf40f2"/>
    <p:sldId xmlns:r="http://schemas.openxmlformats.org/officeDocument/2006/relationships" id="258" r:id="R0a63a98bb0ba462d"/>
    <p:sldId xmlns:r="http://schemas.openxmlformats.org/officeDocument/2006/relationships" id="259" r:id="Rfbd0c6a161b44680"/>
    <p:sldId xmlns:r="http://schemas.openxmlformats.org/officeDocument/2006/relationships" id="260" r:id="Rd354e44a328442d5"/>
    <p:sldId xmlns:r="http://schemas.openxmlformats.org/officeDocument/2006/relationships" id="261" r:id="Rb9f4291b9a4a4d4d"/>
    <p:sldId xmlns:r="http://schemas.openxmlformats.org/officeDocument/2006/relationships" id="262" r:id="Rdad60e3c37cd4db5"/>
    <p:sldId xmlns:r="http://schemas.openxmlformats.org/officeDocument/2006/relationships" id="263" r:id="Rfe131d46bc0140d9"/>
    <p:sldId xmlns:r="http://schemas.openxmlformats.org/officeDocument/2006/relationships" id="264" r:id="R4c5ee52089754c6a"/>
    <p:sldId xmlns:r="http://schemas.openxmlformats.org/officeDocument/2006/relationships" id="265" r:id="Re30adacff2674dcd"/>
    <p:sldId xmlns:r="http://schemas.openxmlformats.org/officeDocument/2006/relationships" id="266" r:id="Rac3880d31f534c5a"/>
    <p:sldId xmlns:r="http://schemas.openxmlformats.org/officeDocument/2006/relationships" id="267" r:id="R88d6b519056f411d"/>
    <p:sldId xmlns:r="http://schemas.openxmlformats.org/officeDocument/2006/relationships" id="268" r:id="Ra8004ece914a47b5"/>
    <p:sldId xmlns:r="http://schemas.openxmlformats.org/officeDocument/2006/relationships" id="269" r:id="R93a1f091f29542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d40c2947ba439a" /><Relationship Type="http://schemas.openxmlformats.org/officeDocument/2006/relationships/slideMaster" Target="/ppt/slideMasters/slideMaster1.xml" Id="Rb176c61ef4e14ea0" /><Relationship Type="http://schemas.openxmlformats.org/officeDocument/2006/relationships/notesMaster" Target="/ppt/notesMasters/notesMaster1.xml" Id="R97de788976eb4fd1" /><Relationship Type="http://schemas.openxmlformats.org/officeDocument/2006/relationships/presProps" Target="/ppt/presProps.xml" Id="R61d25368f7814419" /><Relationship Type="http://schemas.openxmlformats.org/officeDocument/2006/relationships/tableStyles" Target="/ppt/tableStyles.xml" Id="R9578c3c289bb471f" /><Relationship Type="http://schemas.openxmlformats.org/officeDocument/2006/relationships/slide" Target="/ppt/slides/slide1.xml" Id="Rca9563a210e2412b" /><Relationship Type="http://schemas.openxmlformats.org/officeDocument/2006/relationships/slide" Target="/ppt/slides/slide2.xml" Id="R5d50fa71f9bf40f2" /><Relationship Type="http://schemas.openxmlformats.org/officeDocument/2006/relationships/slide" Target="/ppt/slides/slide3.xml" Id="R0a63a98bb0ba462d" /><Relationship Type="http://schemas.openxmlformats.org/officeDocument/2006/relationships/slide" Target="/ppt/slides/slide4.xml" Id="Rfbd0c6a161b44680" /><Relationship Type="http://schemas.openxmlformats.org/officeDocument/2006/relationships/slide" Target="/ppt/slides/slide5.xml" Id="Rd354e44a328442d5" /><Relationship Type="http://schemas.openxmlformats.org/officeDocument/2006/relationships/slide" Target="/ppt/slides/slide6.xml" Id="Rb9f4291b9a4a4d4d" /><Relationship Type="http://schemas.openxmlformats.org/officeDocument/2006/relationships/slide" Target="/ppt/slides/slide7.xml" Id="Rdad60e3c37cd4db5" /><Relationship Type="http://schemas.openxmlformats.org/officeDocument/2006/relationships/slide" Target="/ppt/slides/slide8.xml" Id="Rfe131d46bc0140d9" /><Relationship Type="http://schemas.openxmlformats.org/officeDocument/2006/relationships/slide" Target="/ppt/slides/slide9.xml" Id="R4c5ee52089754c6a" /><Relationship Type="http://schemas.openxmlformats.org/officeDocument/2006/relationships/slide" Target="/ppt/slides/slide10.xml" Id="Re30adacff2674dcd" /><Relationship Type="http://schemas.openxmlformats.org/officeDocument/2006/relationships/slide" Target="/ppt/slides/slide11.xml" Id="Rac3880d31f534c5a" /><Relationship Type="http://schemas.openxmlformats.org/officeDocument/2006/relationships/slide" Target="/ppt/slides/slide12.xml" Id="R88d6b519056f411d" /><Relationship Type="http://schemas.openxmlformats.org/officeDocument/2006/relationships/slide" Target="/ppt/slides/slide13.xml" Id="Ra8004ece914a47b5" /><Relationship Type="http://schemas.openxmlformats.org/officeDocument/2006/relationships/slide" Target="/ppt/slides/slide14.xml" Id="R93a1f091f29542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a5bfd8da44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30d08addf74d10" /><Relationship Type="http://schemas.openxmlformats.org/officeDocument/2006/relationships/notesMaster" Target="/ppt/notesMasters/notesMaster1.xml" Id="Rb8dcac1ba8204c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32d00cac7c4f08" /><Relationship Type="http://schemas.openxmlformats.org/officeDocument/2006/relationships/notesMaster" Target="/ppt/notesMasters/notesMaster1.xml" Id="R6616a749e58d46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dcf836df22476e" /><Relationship Type="http://schemas.openxmlformats.org/officeDocument/2006/relationships/notesMaster" Target="/ppt/notesMasters/notesMaster1.xml" Id="R6bc9bdb60c3b47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b1ba330d744b48" /><Relationship Type="http://schemas.openxmlformats.org/officeDocument/2006/relationships/notesMaster" Target="/ppt/notesMasters/notesMaster1.xml" Id="R7e4906da2ef64e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6718e1f5b54b27" /><Relationship Type="http://schemas.openxmlformats.org/officeDocument/2006/relationships/notesMaster" Target="/ppt/notesMasters/notesMaster1.xml" Id="R942096f0d99445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7f5e550ee4489b" /><Relationship Type="http://schemas.openxmlformats.org/officeDocument/2006/relationships/notesMaster" Target="/ppt/notesMasters/notesMaster1.xml" Id="Rb00db023e46647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1d9a396ba848fa" /><Relationship Type="http://schemas.openxmlformats.org/officeDocument/2006/relationships/notesMaster" Target="/ppt/notesMasters/notesMaster1.xml" Id="R2161bc0ce23b4a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c68063d3ae4f3d" /><Relationship Type="http://schemas.openxmlformats.org/officeDocument/2006/relationships/notesMaster" Target="/ppt/notesMasters/notesMaster1.xml" Id="R3eb8bb49c71443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32fa7def1648a5" /><Relationship Type="http://schemas.openxmlformats.org/officeDocument/2006/relationships/notesMaster" Target="/ppt/notesMasters/notesMaster1.xml" Id="R2b827f6bb2df47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1e5ed2bb614e46" /><Relationship Type="http://schemas.openxmlformats.org/officeDocument/2006/relationships/notesMaster" Target="/ppt/notesMasters/notesMaster1.xml" Id="Rc49b171468e44a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bfc27cd9b14e8f" /><Relationship Type="http://schemas.openxmlformats.org/officeDocument/2006/relationships/notesMaster" Target="/ppt/notesMasters/notesMaster1.xml" Id="Rb8a33e4ceb2f4d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18064517cc4bba" /><Relationship Type="http://schemas.openxmlformats.org/officeDocument/2006/relationships/notesMaster" Target="/ppt/notesMasters/notesMaster1.xml" Id="R720e7b1134f94b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07c30e110f4d3d" /><Relationship Type="http://schemas.openxmlformats.org/officeDocument/2006/relationships/notesMaster" Target="/ppt/notesMasters/notesMaster1.xml" Id="Rb624ea90b2c849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1ca8e00c324c79" /><Relationship Type="http://schemas.openxmlformats.org/officeDocument/2006/relationships/notesMaster" Target="/ppt/notesMasters/notesMaster1.xml" Id="R82d1d1681a4842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نقدم في سبرينت ٢ طريقة الاستفادة من قارئ OBD بلوتوث جاهز. دورنا هو تطبيق يعرض البيانات ويحفظ سجلها. سنعرض الكود والاختبارات مع صور القطعة الفعلية. تجربة السيارة ما زالت خطوة ميدانية.</a:t>
            </a:r>
          </a:p>
          <a:p xmlns:a="http://schemas.openxmlformats.org/drawingml/2006/main">
            <a:r>
              <a:t>Source: current CarMind source and executed tests, 20 October 2026. The real reader and vehicle were not connected to this computer.</a:t>
            </a:r>
          </a:p>
          <a:p xmlns:a="http://schemas.openxmlformats.org/drawingml/2006/main">
            <a:r>
              <a:t>Image edit: hand and background removed from the supplied photo. Edited for presentation; not evidence for identifying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التكليف يطلب قصتين على الأقل مع تطوير الشاشة الرئيسية وكتابة حالات اختبار وعرض الإصدار. اخترنا اختيار القارئ ثم قراءة البيانات مع سجل محلي. مدة السبرينت المطلوبة أسبوعان، ويكمل الفريق تواريخ الاجتماعات الفعلية في التقرير.</a:t>
            </a:r>
          </a:p>
          <a:p xmlns:a="http://schemas.openxmlformats.org/drawingml/2006/main">
            <a:r>
              <a:t>Source: Final_Project_CCSW431 2.pdf, pages 2–4 and 7. User supplied course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الريبو الحالي يحتوي تسجيل الدخول عبر Firebase وحماية الرئيسية وتسجيل الخروج. شاشة التسجيل غير موجودة في هذه النسخة، لذلك يجب دمج شغل زميلكم قبل عرض قصتي سبرينت ١ كحزمة مكتملة. لا نعرض شاشة غير موجودة ولا ندعي أنها اختبرت.</a:t>
            </a:r>
          </a:p>
          <a:p xmlns:a="http://schemas.openxmlformats.org/drawingml/2006/main">
            <a:r>
              <a:t>Source: README.md and LoginActivity.java at baseline 83b5954.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صور قطعتنا نفسها بعد فتح الغطاء. هي قارئ OBD جاهز ويتصل بالجوال بالبلوتوث حسب تأكيد الفريق. لا نحتاج شرح أسماء الشرائح أو تصنيع الدائرة. الصور لا تكفي لتحديد اسم الموديل أو إثبات دعمه لكل قراءة.</a:t>
            </a:r>
          </a:p>
          <a:p xmlns:a="http://schemas.openxmlformats.org/drawingml/2006/main">
            <a:r>
              <a:t>Source: user photos IMG_5459.HEIC and IMG_5454.heic, plus user confirmation that the connection is Bluetooth.</a:t>
            </a:r>
          </a:p>
          <a:p xmlns:a="http://schemas.openxmlformats.org/drawingml/2006/main">
            <a:r>
              <a:t>Image edit: hand and background removed from the supplied photo. Edited for presentation; not evidence for identifying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القطعة تأخذ طاقتها من السيارة عن طريق منفذ OBD. داخل القارئ توجد دائرة تغذية تجهز جهدًا مناسبًا لتشغيل الإلكترونيات والبلوتوث. التيار يكمل الدائرة ويرجع عن طريق الأرضي إلى سالب التغذية. الأسهم تبين الاتجاه الاصطلاحي للتيار، وليست تتبعًا للمسارات النحاسية في قطعتنا. هذا شرح وظيفي مبسط؛ لا نحدد من الصورة مكان منظم الجهد أو نوع كل شريحة.</a:t>
            </a:r>
          </a:p>
          <a:p xmlns:a="http://schemas.openxmlformats.org/drawingml/2006/main">
            <a:r>
              <a:t>Source: Elm Electronics ELM327 v2.3 datasheet, Example Applications, printed page 82: https://elmelectronics.com/wp-content/uploads/2020/05/ELM327DSL.pdf . Generic reference circuit, not identification of this reader.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البيانات لها مسار مختلف عن الطاقة. المستخدم يضغط قراءة في التطبيق، فيرسل التطبيق طلبًا بالبلوتوث إلى القارئ. القارئ يترجم الطلب ويتواصل مع كمبيوتر السيارة عبر OBD. ترجع القراءة في الاتجاه العكسي إلى القارئ ثم إلى التطبيق. التطبيق يحولها إلى رقم ووحدة قياس ويحفظ وقتها. البلوتوث هنا ينقل البيانات؛ الجوال يعمل ببطاريته. هذا مسار عمل متوقع للتنفيذ، وتجربته على قطعتنا والسيارة ما زالت مطلوبة.</a:t>
            </a:r>
          </a:p>
          <a:p xmlns:a="http://schemas.openxmlformats.org/drawingml/2006/main">
            <a:r>
              <a:t>Sources: ObdProtocol.java and BluetoothObdClient.java in CarMind. Generic interpreter role: https://elmelectronics.com/wp-content/uploads/2020/05/ELM327DSL.pdf . Bluetooth connection confirmed by the user; physical compatibility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ببساطة: التطبيق يطلب قراءة، القطعة تتعامل مع السيارة، ثم ترجع البيانات للتطبيق. التطبيق يحول الرد إلى رقم مفهوم مع وحدة القياس ووقت القراءة ويحفظه. نحن نستخدم القطعة الجاهزة ولا نصمم الهاردوير.</a:t>
            </a:r>
          </a:p>
          <a:p xmlns:a="http://schemas.openxmlformats.org/drawingml/2006/main">
            <a:r>
              <a:t>Source: implementation in BluetoothObdClient.java and ObdProtocol.java. ELM-compatible serial approach: https://www.elmelectronics.com/wp-content/uploads/2016/07/ELM327DS.pdf</a:t>
            </a:r>
          </a:p>
          <a:p xmlns:a="http://schemas.openxmlformats.org/drawingml/2006/main">
            <a:r>
              <a:t>Image edit: hand and background removed from the supplied photo. Edited for presentation; not evidence for identifying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نقترن بالقطعة من إعدادات أندرويد ثم نختارها داخل التطبيق. في الإصدارات الحديثة يطلب التطبيق إذن الأجهزة القريبة. الصورة من الواجهة المنفذة في بيئة اختبار، وليست إثبات اتصال بسيارة. الاتصال المدعوم في الكود Bluetooth Classic SPP، ويحتاج تأكيد توافق القطعة.</a:t>
            </a:r>
          </a:p>
          <a:p xmlns:a="http://schemas.openxmlformats.org/drawingml/2006/main">
            <a:r>
              <a:t>Source: current CarMind source and executed tests, 20 October 2026. The real reader and vehicle were not connected to this computer.</a:t>
            </a:r>
          </a:p>
          <a:p xmlns:a="http://schemas.openxmlformats.org/drawingml/2006/main">
            <a:r>
              <a:t>Android permission reference: https://developer.android.com/develop/connectivity/bluetooth/bt-permissions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الدوران RPM يعني عدد لفات المحرك في الدقيقة. السرعة تظهر بالكيلومتر في الساعة، والحرارة هي حرارة سائل التبريد. لا نقول إن كل سيارة تدعم كل هذه القيم. نعرض القيم التي ترجع فقط. هذه الأرقام أمثلة لاختبار العرض وليست قياسًا من سيارتنا.</a:t>
            </a:r>
          </a:p>
          <a:p xmlns:a="http://schemas.openxmlformats.org/drawingml/2006/main">
            <a:r>
              <a:t>Source: current CarMind source and executed tests, 20 October 2026. The real reader and vehicle were not connected to this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كل قراءة لها وقت واسم القارئ. نخزن آخر ٢٠ قراءة على الجوال للحساب المستخدم. إذا كانت القراءة قديمة تبقى محفوظة ولا نقدمها على أنها مباشرة. التخزين المحلي يعني أنها لا تتزامن مع جهاز آخر.</a:t>
            </a:r>
          </a:p>
          <a:p xmlns:a="http://schemas.openxmlformats.org/drawingml/2006/main">
            <a:r>
              <a:t>Source: current CarMind source and executed tests, 20 October 2026. The real reader and vehicle were not connected to this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البداية لا توجد أرقام وهمية. القيمة غير المتاحة تظهر بوضوح. إذا فشل الاتصال يمكن إعادة المحاولة، ويمكن إلغاء القراءة. توجد مهلة محدودة حتى لا يظل التطبيق منتظرًا. صورة الصفحة الفارغة من المحاكي.</a:t>
            </a:r>
          </a:p>
          <a:p xmlns:a="http://schemas.openxmlformats.org/drawingml/2006/main">
            <a:r>
              <a:t>Source: current CarMind source and executed tests, 20 October 2026. The real reader and vehicle were not connected to this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نجح ٢٨ اختبارًا برمجيًا و٦ اختبارات على محاكي أندرويد. تشمل الاختبارات تفسير الردود والقيم غير المتاحة والسجل وفصل الحسابات وحماية الرئيسية. نجاح هذه الاختبارات لا يثبت توافق القطعة مع السيارة. تجربة البلوتوث والقراءات الحقيقية ما زالت مطلوبة.</a:t>
            </a:r>
          </a:p>
          <a:p xmlns:a="http://schemas.openxmlformats.org/drawingml/2006/main">
            <a:r>
              <a:t>Source: current CarMind source and executed tests, 20 October 2026. The real reader and vehicle were not connected to this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ابدأ بتسجيل الدخول بحساب الفريق بعد إضافة إعداد Firebase. اعرض القطعة الحقيقية واشرح دورها بجملة بسيطة. والسيارة متوقفة جرب الاتصال ثم قراءة واحدة. اعرض الوقت والسجل. إذا لم تتم تجربة القطعة قبل العرض، اعرض الواجهة كاختبار فقط وصرح أن تجربة السيارة قادمة.</a:t>
            </a:r>
          </a:p>
          <a:p xmlns:a="http://schemas.openxmlformats.org/drawingml/2006/main">
            <a:r>
              <a:t>Source: Final_Project_CCSW431 2.pdf, pages 2–4 and 7. User supplied course brief.</a:t>
            </a:r>
          </a:p>
          <a:p xmlns:a="http://schemas.openxmlformats.org/drawingml/2006/main">
            <a:r>
              <a:t>Source: current CarMind source and executed tests, 20 October 2026. The real reader and vehicle were not connected to this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الكود وملفات العرض والتقرير جاهزة للتسليم كنسخة مرشحة. قبل العرض الحي يلزم ملف إعداد Firebase وحساب موجود وتجربة القطعة والسيارة. كذلك يلزم دمج شاشة التسجيل من الزميل وتعبئة أسماء الفريق ومحضري الاجتماعين الفعليين. ملف release غير موقع للنشر، ونسخة debug للتجربة المحلية بعد ضبط Firebase وإعادة البناء.</a:t>
            </a:r>
          </a:p>
          <a:p xmlns:a="http://schemas.openxmlformats.org/drawingml/2006/main">
            <a:r>
              <a:t>Source: current CarMind source and executed tests, 20 October 2026. The real reader and vehicle were not connected to this computer.</a:t>
            </a:r>
          </a:p>
          <a:p xmlns:a="http://schemas.openxmlformats.org/drawingml/2006/main">
            <a:r>
              <a:t>Source: Final_Project_CCSW431 2.pdf, pages 2–4 and 7. User supplied course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d3a3d7d55e4f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955a260e0241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04fc682e8746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8f6da6c5ac43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fd273d4d4544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0a4551032644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DF25FF-7B93-4E09-83F8-A078F8BC09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B02EF9-39BF-4449-9FC8-9EECC3CFB6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139996-C1E4-45BF-851D-3852C6BFE3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5921AD-0223-41B5-8524-EFCCAA59A4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7728A6-12DF-473D-83DB-482D10C2FE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B95602-63CE-4009-B116-0F96C3DE88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621337-56D3-437B-A36C-47B0E62C06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3F0620-F796-4C6E-91FA-1F097C617D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1D0BCF-49CA-40C2-89DB-1E51AC1F80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881565-972C-4B38-B554-261F8532A4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be737410041a3" /><Relationship Type="http://schemas.openxmlformats.org/officeDocument/2006/relationships/slideLayout" Target="/ppt/slideLayouts/slideLayout1.xml" Id="Refe7b6fa1c164262" /><Relationship Type="http://schemas.openxmlformats.org/officeDocument/2006/relationships/slideLayout" Target="/ppt/slideLayouts/slideLayout2.xml" Id="Re3a452f4d65c4559" /><Relationship Type="http://schemas.openxmlformats.org/officeDocument/2006/relationships/slideLayout" Target="/ppt/slideLayouts/slideLayout3.xml" Id="Rc66d108fc362410f" /><Relationship Type="http://schemas.openxmlformats.org/officeDocument/2006/relationships/slideLayout" Target="/ppt/slideLayouts/slideLayout4.xml" Id="R7fdbd67636e34351" /><Relationship Type="http://schemas.openxmlformats.org/officeDocument/2006/relationships/slideLayout" Target="/ppt/slideLayouts/slideLayout5.xml" Id="R8ccadfd3de7c4adf" /><Relationship Type="http://schemas.openxmlformats.org/officeDocument/2006/relationships/slideLayout" Target="/ppt/slideLayouts/slideLayout6.xml" Id="R011f0312e8fd4e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e7b6fa1c164262"/>
    <p:sldLayoutId xmlns:r="http://schemas.openxmlformats.org/officeDocument/2006/relationships" id="2147483650" r:id="Re3a452f4d65c4559"/>
    <p:sldLayoutId xmlns:r="http://schemas.openxmlformats.org/officeDocument/2006/relationships" id="2147483651" r:id="Rc66d108fc362410f"/>
    <p:sldLayoutId xmlns:r="http://schemas.openxmlformats.org/officeDocument/2006/relationships" id="2147483652" r:id="R7fdbd67636e34351"/>
    <p:sldLayoutId xmlns:r="http://schemas.openxmlformats.org/officeDocument/2006/relationships" id="2147483653" r:id="R8ccadfd3de7c4adf"/>
    <p:sldLayoutId xmlns:r="http://schemas.openxmlformats.org/officeDocument/2006/relationships" id="2147483654" r:id="R011f0312e8fd4e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1283cca6b54ec1" /><Relationship Type="http://schemas.openxmlformats.org/officeDocument/2006/relationships/image" Target="/ppt/media/image.png" Id="R2286569ee8f74835" /><Relationship Type="http://schemas.openxmlformats.org/officeDocument/2006/relationships/notesSlide" Target="/ppt/notesSlides/notesSlide1.xml" Id="R9df8643306b647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beb6ddc65d4d30" /><Relationship Type="http://schemas.openxmlformats.org/officeDocument/2006/relationships/notesSlide" Target="/ppt/notesSlides/notesSlide2.xml" Id="R38ea67f7ac4142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9f18e84a4b4fbd" /><Relationship Type="http://schemas.openxmlformats.org/officeDocument/2006/relationships/notesSlide" Target="/ppt/notesSlides/notesSlide3.xml" Id="Rd8c1a6db15d94a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9383c694704765" /><Relationship Type="http://schemas.openxmlformats.org/officeDocument/2006/relationships/image" Target="/ppt/media/image2.png" Id="Rbf3bee0ba16649f6" /><Relationship Type="http://schemas.openxmlformats.org/officeDocument/2006/relationships/notesSlide" Target="/ppt/notesSlides/notesSlide4.xml" Id="R16826644729449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684c39c08c4993" /><Relationship Type="http://schemas.openxmlformats.org/officeDocument/2006/relationships/notesSlide" Target="/ppt/notesSlides/notesSlide5.xml" Id="Re33a0bbe355e4c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553eb34a544d1a" /><Relationship Type="http://schemas.openxmlformats.org/officeDocument/2006/relationships/notesSlide" Target="/ppt/notesSlides/notesSlide6.xml" Id="R05c379f9f82a44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08978f3ae443e6" /><Relationship Type="http://schemas.openxmlformats.org/officeDocument/2006/relationships/image" Target="/ppt/media/image3.png" Id="R85276ad284984c8b" /><Relationship Type="http://schemas.openxmlformats.org/officeDocument/2006/relationships/notesSlide" Target="/ppt/notesSlides/notesSlide7.xml" Id="R9c0510c1f21c4a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48623260084401" /><Relationship Type="http://schemas.openxmlformats.org/officeDocument/2006/relationships/image" Target="/ppt/media/image4.png" Id="Ra694c844721347bc" /><Relationship Type="http://schemas.openxmlformats.org/officeDocument/2006/relationships/notesSlide" Target="/ppt/notesSlides/notesSlide8.xml" Id="Ref62bb9e0eee49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d363932cf34280" /><Relationship Type="http://schemas.openxmlformats.org/officeDocument/2006/relationships/image" Target="/ppt/media/image5.png" Id="R2e6bedb7519c49da" /><Relationship Type="http://schemas.openxmlformats.org/officeDocument/2006/relationships/notesSlide" Target="/ppt/notesSlides/notesSlide9.xml" Id="R60a6ad96416c42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bf95704fba4dc0" /><Relationship Type="http://schemas.openxmlformats.org/officeDocument/2006/relationships/image" Target="/ppt/media/image6.png" Id="R389ed79ea6184c14" /><Relationship Type="http://schemas.openxmlformats.org/officeDocument/2006/relationships/notesSlide" Target="/ppt/notesSlides/notesSlide10.xml" Id="Rc66a472b3f8540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f4151de7cc41f6" /><Relationship Type="http://schemas.openxmlformats.org/officeDocument/2006/relationships/image" Target="/ppt/media/image7.png" Id="R25eb15cd1373447d" /><Relationship Type="http://schemas.openxmlformats.org/officeDocument/2006/relationships/notesSlide" Target="/ppt/notesSlides/notesSlide11.xml" Id="R03a71664544249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1fde834aad04520" /><Relationship Type="http://schemas.openxmlformats.org/officeDocument/2006/relationships/notesSlide" Target="/ppt/notesSlides/notesSlide12.xml" Id="Re808abc115bc46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c4900d4c75e42db" /><Relationship Type="http://schemas.openxmlformats.org/officeDocument/2006/relationships/notesSlide" Target="/ppt/notesSlides/notesSlide13.xml" Id="Rc60afeef579a48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8d25eee63446e2" /><Relationship Type="http://schemas.openxmlformats.org/officeDocument/2006/relationships/notesSlide" Target="/ppt/notesSlides/notesSlide14.xml" Id="R47d5d04f875449ce"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9F69A8-1F8B-47AC-A772-91F9034799FD}"/>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CarMind</a:t>
            </a:r>
          </a:p>
        </p:txBody>
      </p:sp>
      <p:sp>
        <p:nvSpPr>
          <p:cNvPr id="2" name="">
            <a:extLst xmlns:a="http://schemas.openxmlformats.org/drawingml/2006/main">
              <a:ext uri="{FF2B5EF4-FFF2-40B4-BE49-F238E27FC236}">
                <a16:creationId xmlns:a16="http://schemas.microsoft.com/office/drawing/2014/main" id="{C65DC028-1881-4543-8686-8E9BFCC0DCA4}"/>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BE656C4-9E91-4CA3-8E99-B62B063CE46B}"/>
              </a:ext>
            </a:extLst>
          </p:cNvPr>
          <p:cNvSpPr>
            <a:spLocks xmlns:a="http://schemas.openxmlformats.org/drawingml/2006/main" noGrp="1"/>
          </p:cNvSpPr>
          <p:nvPr/>
        </p:nvSpPr>
        <p:spPr>
          <a:xfrm xmlns:a="http://schemas.openxmlformats.org/drawingml/2006/main">
            <a:off x="609600" y="1695450"/>
            <a:ext cx="533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16D67"/>
                </a:solidFill>
                <a:latin typeface="Arial"/>
                <a:ea typeface="Arial"/>
                <a:cs typeface="Arial"/>
              </a:defRPr>
            </a:defPPr>
            <a:lvl1pPr>
              <a:buNone/>
              <a:defRPr sz="5700" b="1">
                <a:solidFill>
                  <a:srgbClr val="116D67"/>
                </a:solidFill>
                <a:latin typeface="Arial"/>
                <a:ea typeface="Arial"/>
                <a:cs typeface="Arial"/>
              </a:defRPr>
            </a:lvl1pPr>
            <a:lvl2pPr>
              <a:buNone/>
              <a:defRPr sz="5700" b="1">
                <a:solidFill>
                  <a:srgbClr val="116D67"/>
                </a:solidFill>
                <a:latin typeface="Arial"/>
                <a:ea typeface="Arial"/>
                <a:cs typeface="Arial"/>
              </a:defRPr>
            </a:lvl2pPr>
            <a:lvl3pPr>
              <a:buNone/>
              <a:defRPr sz="5700" b="1">
                <a:solidFill>
                  <a:srgbClr val="116D67"/>
                </a:solidFill>
                <a:latin typeface="Arial"/>
                <a:ea typeface="Arial"/>
                <a:cs typeface="Arial"/>
              </a:defRPr>
            </a:lvl3pPr>
            <a:lvl4pPr>
              <a:buNone/>
              <a:defRPr sz="5700" b="1">
                <a:solidFill>
                  <a:srgbClr val="116D67"/>
                </a:solidFill>
                <a:latin typeface="Arial"/>
                <a:ea typeface="Arial"/>
                <a:cs typeface="Arial"/>
              </a:defRPr>
            </a:lvl4pPr>
            <a:lvl5pPr>
              <a:buNone/>
              <a:defRPr sz="5700" b="1">
                <a:solidFill>
                  <a:srgbClr val="116D67"/>
                </a:solidFill>
                <a:latin typeface="Arial"/>
                <a:ea typeface="Arial"/>
                <a:cs typeface="Arial"/>
              </a:defRPr>
            </a:lvl5pPr>
            <a:lvl6pPr>
              <a:buNone/>
              <a:defRPr sz="5700" b="1">
                <a:solidFill>
                  <a:srgbClr val="116D67"/>
                </a:solidFill>
                <a:latin typeface="Arial"/>
                <a:ea typeface="Arial"/>
                <a:cs typeface="Arial"/>
              </a:defRPr>
            </a:lvl6pPr>
            <a:lvl7pPr>
              <a:buNone/>
              <a:defRPr sz="5700" b="1">
                <a:solidFill>
                  <a:srgbClr val="116D67"/>
                </a:solidFill>
                <a:latin typeface="Arial"/>
                <a:ea typeface="Arial"/>
                <a:cs typeface="Arial"/>
              </a:defRPr>
            </a:lvl7pPr>
            <a:lvl8pPr>
              <a:buNone/>
              <a:defRPr sz="5700" b="1">
                <a:solidFill>
                  <a:srgbClr val="116D67"/>
                </a:solidFill>
                <a:latin typeface="Arial"/>
                <a:ea typeface="Arial"/>
                <a:cs typeface="Arial"/>
              </a:defRPr>
            </a:lvl8pPr>
            <a:lvl9pPr>
              <a:buNone/>
              <a:defRPr sz="5700" b="1">
                <a:solidFill>
                  <a:srgbClr val="116D67"/>
                </a:solidFill>
                <a:latin typeface="Arial"/>
                <a:ea typeface="Arial"/>
                <a:cs typeface="Arial"/>
              </a:defRPr>
            </a:lvl9pPr>
          </a:lstStyle>
          <a:p xmlns:a="http://schemas.openxmlformats.org/drawingml/2006/main">
            <a:pPr>
              <a:buNone/>
              <a:defRPr sz="5700" b="1">
                <a:solidFill>
                  <a:srgbClr val="116D67"/>
                </a:solidFill>
                <a:latin typeface="Arial"/>
                <a:ea typeface="Arial"/>
                <a:cs typeface="Arial"/>
              </a:defRPr>
            </a:pPr>
            <a:r>
              <a:rPr sz="5700" b="1">
                <a:solidFill>
                  <a:srgbClr val="116D67"/>
                </a:solidFill>
                <a:latin typeface="Arial"/>
                <a:ea typeface="Arial"/>
                <a:cs typeface="Arial"/>
              </a:rPr>
              <a:t>Sprint 2</a:t>
            </a:r>
          </a:p>
        </p:txBody>
      </p:sp>
      <p:sp>
        <p:nvSpPr>
          <p:cNvPr id="4" name="">
            <a:extLst xmlns:a="http://schemas.openxmlformats.org/drawingml/2006/main">
              <a:ext uri="{FF2B5EF4-FFF2-40B4-BE49-F238E27FC236}">
                <a16:creationId xmlns:a16="http://schemas.microsoft.com/office/drawing/2014/main" id="{B9626DEE-7031-4E88-AC57-4867516BE864}"/>
              </a:ext>
            </a:extLst>
          </p:cNvPr>
          <p:cNvSpPr>
            <a:spLocks xmlns:a="http://schemas.openxmlformats.org/drawingml/2006/main" noGrp="1"/>
          </p:cNvSpPr>
          <p:nvPr/>
        </p:nvSpPr>
        <p:spPr>
          <a:xfrm xmlns:a="http://schemas.openxmlformats.org/drawingml/2006/main">
            <a:off x="609600" y="2857500"/>
            <a:ext cx="5810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73A53"/>
                </a:solidFill>
                <a:latin typeface="Arial"/>
                <a:ea typeface="Arial"/>
                <a:cs typeface="Arial"/>
              </a:defRPr>
            </a:defPPr>
            <a:lvl1pPr>
              <a:buNone/>
              <a:defRPr sz="3150" b="1">
                <a:solidFill>
                  <a:srgbClr val="173A53"/>
                </a:solidFill>
                <a:latin typeface="Arial"/>
                <a:ea typeface="Arial"/>
                <a:cs typeface="Arial"/>
              </a:defRPr>
            </a:lvl1pPr>
            <a:lvl2pPr>
              <a:buNone/>
              <a:defRPr sz="3150" b="1">
                <a:solidFill>
                  <a:srgbClr val="173A53"/>
                </a:solidFill>
                <a:latin typeface="Arial"/>
                <a:ea typeface="Arial"/>
                <a:cs typeface="Arial"/>
              </a:defRPr>
            </a:lvl2pPr>
            <a:lvl3pPr>
              <a:buNone/>
              <a:defRPr sz="3150" b="1">
                <a:solidFill>
                  <a:srgbClr val="173A53"/>
                </a:solidFill>
                <a:latin typeface="Arial"/>
                <a:ea typeface="Arial"/>
                <a:cs typeface="Arial"/>
              </a:defRPr>
            </a:lvl3pPr>
            <a:lvl4pPr>
              <a:buNone/>
              <a:defRPr sz="3150" b="1">
                <a:solidFill>
                  <a:srgbClr val="173A53"/>
                </a:solidFill>
                <a:latin typeface="Arial"/>
                <a:ea typeface="Arial"/>
                <a:cs typeface="Arial"/>
              </a:defRPr>
            </a:lvl4pPr>
            <a:lvl5pPr>
              <a:buNone/>
              <a:defRPr sz="3150" b="1">
                <a:solidFill>
                  <a:srgbClr val="173A53"/>
                </a:solidFill>
                <a:latin typeface="Arial"/>
                <a:ea typeface="Arial"/>
                <a:cs typeface="Arial"/>
              </a:defRPr>
            </a:lvl5pPr>
            <a:lvl6pPr>
              <a:buNone/>
              <a:defRPr sz="3150" b="1">
                <a:solidFill>
                  <a:srgbClr val="173A53"/>
                </a:solidFill>
                <a:latin typeface="Arial"/>
                <a:ea typeface="Arial"/>
                <a:cs typeface="Arial"/>
              </a:defRPr>
            </a:lvl6pPr>
            <a:lvl7pPr>
              <a:buNone/>
              <a:defRPr sz="3150" b="1">
                <a:solidFill>
                  <a:srgbClr val="173A53"/>
                </a:solidFill>
                <a:latin typeface="Arial"/>
                <a:ea typeface="Arial"/>
                <a:cs typeface="Arial"/>
              </a:defRPr>
            </a:lvl7pPr>
            <a:lvl8pPr>
              <a:buNone/>
              <a:defRPr sz="3150" b="1">
                <a:solidFill>
                  <a:srgbClr val="173A53"/>
                </a:solidFill>
                <a:latin typeface="Arial"/>
                <a:ea typeface="Arial"/>
                <a:cs typeface="Arial"/>
              </a:defRPr>
            </a:lvl8pPr>
            <a:lvl9pPr>
              <a:buNone/>
              <a:defRPr sz="3150" b="1">
                <a:solidFill>
                  <a:srgbClr val="173A53"/>
                </a:solidFill>
                <a:latin typeface="Arial"/>
                <a:ea typeface="Arial"/>
                <a:cs typeface="Arial"/>
              </a:defRPr>
            </a:lvl9pPr>
          </a:lstStyle>
          <a:p xmlns:a="http://schemas.openxmlformats.org/drawingml/2006/main">
            <a:pPr>
              <a:buNone/>
              <a:defRPr sz="3150" b="1">
                <a:solidFill>
                  <a:srgbClr val="173A53"/>
                </a:solidFill>
                <a:latin typeface="Arial"/>
                <a:ea typeface="Arial"/>
                <a:cs typeface="Arial"/>
              </a:defRPr>
            </a:pPr>
            <a:r>
              <a:rPr sz="3150" b="1">
                <a:solidFill>
                  <a:srgbClr val="173A53"/>
                </a:solidFill>
                <a:latin typeface="Arial"/>
                <a:ea typeface="Arial"/>
                <a:cs typeface="Arial"/>
              </a:rPr>
              <a:t>Bluetooth OBD readings</a:t>
            </a:r>
          </a:p>
          <a:p xmlns:a="http://schemas.openxmlformats.org/drawingml/2006/main">
            <a:pPr>
              <a:buNone/>
              <a:defRPr sz="3150" b="1">
                <a:solidFill>
                  <a:srgbClr val="173A53"/>
                </a:solidFill>
                <a:latin typeface="Arial"/>
                <a:ea typeface="Arial"/>
                <a:cs typeface="Arial"/>
              </a:defRPr>
            </a:pPr>
            <a:r>
              <a:rPr sz="3150" b="1">
                <a:solidFill>
                  <a:srgbClr val="173A53"/>
                </a:solidFill>
                <a:latin typeface="Arial"/>
                <a:ea typeface="Arial"/>
                <a:cs typeface="Arial"/>
              </a:rPr>
              <a:t>and local history</a:t>
            </a:r>
          </a:p>
        </p:txBody>
      </p:sp>
      <p:sp>
        <p:nvSpPr>
          <p:cNvPr id="5" name="">
            <a:extLst xmlns:a="http://schemas.openxmlformats.org/drawingml/2006/main">
              <a:ext uri="{FF2B5EF4-FFF2-40B4-BE49-F238E27FC236}">
                <a16:creationId xmlns:a16="http://schemas.microsoft.com/office/drawing/2014/main" id="{1BED4AB4-F305-4186-8E53-CE29F6F23E21}"/>
              </a:ext>
            </a:extLst>
          </p:cNvPr>
          <p:cNvSpPr>
            <a:spLocks xmlns:a="http://schemas.openxmlformats.org/drawingml/2006/main" noGrp="1"/>
          </p:cNvSpPr>
          <p:nvPr/>
        </p:nvSpPr>
        <p:spPr>
          <a:xfrm xmlns:a="http://schemas.openxmlformats.org/drawingml/2006/main">
            <a:off x="609600" y="529590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779"/>
                </a:solidFill>
                <a:latin typeface="Arial"/>
                <a:ea typeface="Arial"/>
                <a:cs typeface="Arial"/>
              </a:defRPr>
            </a:defPPr>
            <a:lvl1pPr>
              <a:buNone/>
              <a:defRPr sz="1875" b="0">
                <a:solidFill>
                  <a:srgbClr val="526779"/>
                </a:solidFill>
                <a:latin typeface="Arial"/>
                <a:ea typeface="Arial"/>
                <a:cs typeface="Arial"/>
              </a:defRPr>
            </a:lvl1pPr>
            <a:lvl2pPr>
              <a:buNone/>
              <a:defRPr sz="1875" b="0">
                <a:solidFill>
                  <a:srgbClr val="526779"/>
                </a:solidFill>
                <a:latin typeface="Arial"/>
                <a:ea typeface="Arial"/>
                <a:cs typeface="Arial"/>
              </a:defRPr>
            </a:lvl2pPr>
            <a:lvl3pPr>
              <a:buNone/>
              <a:defRPr sz="1875" b="0">
                <a:solidFill>
                  <a:srgbClr val="526779"/>
                </a:solidFill>
                <a:latin typeface="Arial"/>
                <a:ea typeface="Arial"/>
                <a:cs typeface="Arial"/>
              </a:defRPr>
            </a:lvl3pPr>
            <a:lvl4pPr>
              <a:buNone/>
              <a:defRPr sz="1875" b="0">
                <a:solidFill>
                  <a:srgbClr val="526779"/>
                </a:solidFill>
                <a:latin typeface="Arial"/>
                <a:ea typeface="Arial"/>
                <a:cs typeface="Arial"/>
              </a:defRPr>
            </a:lvl4pPr>
            <a:lvl5pPr>
              <a:buNone/>
              <a:defRPr sz="1875" b="0">
                <a:solidFill>
                  <a:srgbClr val="526779"/>
                </a:solidFill>
                <a:latin typeface="Arial"/>
                <a:ea typeface="Arial"/>
                <a:cs typeface="Arial"/>
              </a:defRPr>
            </a:lvl5pPr>
            <a:lvl6pPr>
              <a:buNone/>
              <a:defRPr sz="1875" b="0">
                <a:solidFill>
                  <a:srgbClr val="526779"/>
                </a:solidFill>
                <a:latin typeface="Arial"/>
                <a:ea typeface="Arial"/>
                <a:cs typeface="Arial"/>
              </a:defRPr>
            </a:lvl6pPr>
            <a:lvl7pPr>
              <a:buNone/>
              <a:defRPr sz="1875" b="0">
                <a:solidFill>
                  <a:srgbClr val="526779"/>
                </a:solidFill>
                <a:latin typeface="Arial"/>
                <a:ea typeface="Arial"/>
                <a:cs typeface="Arial"/>
              </a:defRPr>
            </a:lvl7pPr>
            <a:lvl8pPr>
              <a:buNone/>
              <a:defRPr sz="1875" b="0">
                <a:solidFill>
                  <a:srgbClr val="526779"/>
                </a:solidFill>
                <a:latin typeface="Arial"/>
                <a:ea typeface="Arial"/>
                <a:cs typeface="Arial"/>
              </a:defRPr>
            </a:lvl8pPr>
            <a:lvl9pPr>
              <a:buNone/>
              <a:defRPr sz="1875" b="0">
                <a:solidFill>
                  <a:srgbClr val="526779"/>
                </a:solidFill>
                <a:latin typeface="Arial"/>
                <a:ea typeface="Arial"/>
                <a:cs typeface="Arial"/>
              </a:defRPr>
            </a:lvl9pPr>
          </a:lstStyle>
          <a:p xmlns:a="http://schemas.openxmlformats.org/drawingml/2006/main">
            <a:pPr>
              <a:buNone/>
              <a:defRPr sz="1875" b="0">
                <a:solidFill>
                  <a:srgbClr val="526779"/>
                </a:solidFill>
                <a:latin typeface="Arial"/>
                <a:ea typeface="Arial"/>
                <a:cs typeface="Arial"/>
              </a:defRPr>
            </a:pPr>
            <a:r>
              <a:rPr sz="1875" b="0">
                <a:solidFill>
                  <a:srgbClr val="526779"/>
                </a:solidFill>
                <a:latin typeface="Arial"/>
                <a:ea typeface="Arial"/>
                <a:cs typeface="Arial"/>
              </a:rPr>
              <a:t>CCSW 431 Mobile Programming</a:t>
            </a:r>
          </a:p>
          <a:p xmlns:a="http://schemas.openxmlformats.org/drawingml/2006/main">
            <a:pPr>
              <a:buNone/>
              <a:defRPr sz="1875" b="0">
                <a:solidFill>
                  <a:srgbClr val="526779"/>
                </a:solidFill>
                <a:latin typeface="Arial"/>
                <a:ea typeface="Arial"/>
                <a:cs typeface="Arial"/>
              </a:defRPr>
            </a:pPr>
            <a:r>
              <a:rPr sz="1875" b="0">
                <a:solidFill>
                  <a:srgbClr val="526779"/>
                </a:solidFill>
                <a:latin typeface="Arial"/>
                <a:ea typeface="Arial"/>
                <a:cs typeface="Arial"/>
              </a:rPr>
              <a:t>20 October 2026</a:t>
            </a:r>
          </a:p>
        </p:txBody>
      </p:sp>
      <p:pic>
        <p:nvPicPr>
          <p:cNvPr id="6" name="">
            <a:extLst xmlns:a="http://schemas.openxmlformats.org/drawingml/2006/main">
              <a:ext uri="{FF2B5EF4-FFF2-40B4-BE49-F238E27FC236}">
                <a16:creationId xmlns:a16="http://schemas.microsoft.com/office/drawing/2014/main" id="{EA967E0A-3BAE-4FE5-93B0-121478E4498A}"/>
              </a:ext>
            </a:extLst>
          </p:cNvPr>
          <p:cNvPicPr>
            <a:picLocks xmlns:a="http://schemas.openxmlformats.org/drawingml/2006/main" noChangeAspect="1"/>
          </p:cNvPicPr>
          <p:nvPr/>
        </p:nvPicPr>
        <p:blipFill>
          <a:blip xmlns:r="http://schemas.openxmlformats.org/officeDocument/2006/relationships" xmlns:a="http://schemas.openxmlformats.org/drawingml/2006/main" r:embed="R2286569ee8f74835"/>
          <a:srcRect xmlns:a="http://schemas.openxmlformats.org/drawingml/2006/main" l="0" t="0" r="0" b="0"/>
          <a:stretch xmlns:a="http://schemas.openxmlformats.org/drawingml/2006/main"/>
        </p:blipFill>
        <p:spPr>
          <a:xfrm xmlns:a="http://schemas.openxmlformats.org/drawingml/2006/main" rot="0">
            <a:off x="7239000" y="1381125"/>
            <a:ext cx="4191000" cy="4667250"/>
          </a:xfrm>
          <a:prstGeom xmlns:a="http://schemas.openxmlformats.org/drawingml/2006/main" prst="rect">
            <a:avLst/>
          </a:prstGeom>
        </p:spPr>
      </p:pic>
    </p:spTree>
    <p:extLst>
      <p:ext uri="{BB962C8B-B14F-4D97-AF65-F5344CB8AC3E}">
        <p14:creationId xmlns:p14="http://schemas.microsoft.com/office/powerpoint/2010/main" val="915724963"/>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C37011-A17E-44D5-BD01-6FE8CFD679A7}"/>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Sprint 2 scope</a:t>
            </a:r>
          </a:p>
        </p:txBody>
      </p:sp>
      <p:sp>
        <p:nvSpPr>
          <p:cNvPr id="2" name="">
            <a:extLst xmlns:a="http://schemas.openxmlformats.org/drawingml/2006/main">
              <a:ext uri="{FF2B5EF4-FFF2-40B4-BE49-F238E27FC236}">
                <a16:creationId xmlns:a16="http://schemas.microsoft.com/office/drawing/2014/main" id="{936DF38D-C601-4EEB-90CC-95E48344780D}"/>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C4CE06C-92D2-42DF-B3F2-8845A4D2D06C}"/>
              </a:ext>
            </a:extLst>
          </p:cNvPr>
          <p:cNvSpPr>
            <a:spLocks xmlns:a="http://schemas.openxmlformats.org/drawingml/2006/main" noGrp="1"/>
          </p:cNvSpPr>
          <p:nvPr/>
        </p:nvSpPr>
        <p:spPr>
          <a:xfrm xmlns:a="http://schemas.openxmlformats.org/drawingml/2006/main">
            <a:off x="609600" y="15716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Story 003  Choose a Bluetooth OBD reader</a:t>
            </a:r>
          </a:p>
        </p:txBody>
      </p:sp>
      <p:sp>
        <p:nvSpPr>
          <p:cNvPr id="4" name="">
            <a:extLst xmlns:a="http://schemas.openxmlformats.org/drawingml/2006/main">
              <a:ext uri="{FF2B5EF4-FFF2-40B4-BE49-F238E27FC236}">
                <a16:creationId xmlns:a16="http://schemas.microsoft.com/office/drawing/2014/main" id="{C3C5D910-6A71-461B-9C20-1D79EF99FF46}"/>
              </a:ext>
            </a:extLst>
          </p:cNvPr>
          <p:cNvSpPr>
            <a:spLocks xmlns:a="http://schemas.openxmlformats.org/drawingml/2006/main" noGrp="1"/>
          </p:cNvSpPr>
          <p:nvPr/>
        </p:nvSpPr>
        <p:spPr>
          <a:xfrm xmlns:a="http://schemas.openxmlformats.org/drawingml/2006/main">
            <a:off x="609600" y="202882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user selects a reader already paired with the Android phone.</a:t>
            </a:r>
          </a:p>
        </p:txBody>
      </p:sp>
      <p:sp>
        <p:nvSpPr>
          <p:cNvPr id="5" name="">
            <a:extLst xmlns:a="http://schemas.openxmlformats.org/drawingml/2006/main">
              <a:ext uri="{FF2B5EF4-FFF2-40B4-BE49-F238E27FC236}">
                <a16:creationId xmlns:a16="http://schemas.microsoft.com/office/drawing/2014/main" id="{C0F8AC92-B647-4BB2-8C93-734384FCC0B3}"/>
              </a:ext>
            </a:extLst>
          </p:cNvPr>
          <p:cNvSpPr>
            <a:spLocks xmlns:a="http://schemas.openxmlformats.org/drawingml/2006/main" noGrp="1"/>
          </p:cNvSpPr>
          <p:nvPr/>
        </p:nvSpPr>
        <p:spPr>
          <a:xfrm xmlns:a="http://schemas.openxmlformats.org/drawingml/2006/main">
            <a:off x="609600" y="30480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Story 004  Read and review vehicle data</a:t>
            </a:r>
          </a:p>
        </p:txBody>
      </p:sp>
      <p:sp>
        <p:nvSpPr>
          <p:cNvPr id="6" name="">
            <a:extLst xmlns:a="http://schemas.openxmlformats.org/drawingml/2006/main">
              <a:ext uri="{FF2B5EF4-FFF2-40B4-BE49-F238E27FC236}">
                <a16:creationId xmlns:a16="http://schemas.microsoft.com/office/drawing/2014/main" id="{9F71745E-FF7C-44BE-915F-378FCE12ED54}"/>
              </a:ext>
            </a:extLst>
          </p:cNvPr>
          <p:cNvSpPr>
            <a:spLocks xmlns:a="http://schemas.openxmlformats.org/drawingml/2006/main" noGrp="1"/>
          </p:cNvSpPr>
          <p:nvPr/>
        </p:nvSpPr>
        <p:spPr>
          <a:xfrm xmlns:a="http://schemas.openxmlformats.org/drawingml/2006/main">
            <a:off x="609600" y="35052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app requests supported values, shows a dated snapshot and saves the latest 20 readings.</a:t>
            </a:r>
          </a:p>
        </p:txBody>
      </p:sp>
      <p:sp>
        <p:nvSpPr>
          <p:cNvPr id="7" name="">
            <a:extLst xmlns:a="http://schemas.openxmlformats.org/drawingml/2006/main">
              <a:ext uri="{FF2B5EF4-FFF2-40B4-BE49-F238E27FC236}">
                <a16:creationId xmlns:a16="http://schemas.microsoft.com/office/drawing/2014/main" id="{EBB6C763-3B11-4AE1-81FA-B866C3F58E57}"/>
              </a:ext>
            </a:extLst>
          </p:cNvPr>
          <p:cNvSpPr>
            <a:spLocks xmlns:a="http://schemas.openxmlformats.org/drawingml/2006/main" noGrp="1"/>
          </p:cNvSpPr>
          <p:nvPr/>
        </p:nvSpPr>
        <p:spPr>
          <a:xfrm xmlns:a="http://schemas.openxmlformats.org/drawingml/2006/main">
            <a:off x="609600" y="50958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779"/>
                </a:solidFill>
                <a:latin typeface="Arial"/>
                <a:ea typeface="Arial"/>
                <a:cs typeface="Arial"/>
              </a:defRPr>
            </a:defPPr>
            <a:lvl1pPr>
              <a:buNone/>
              <a:defRPr sz="2100" b="0">
                <a:solidFill>
                  <a:srgbClr val="526779"/>
                </a:solidFill>
                <a:latin typeface="Arial"/>
                <a:ea typeface="Arial"/>
                <a:cs typeface="Arial"/>
              </a:defRPr>
            </a:lvl1pPr>
            <a:lvl2pPr>
              <a:buNone/>
              <a:defRPr sz="2100" b="0">
                <a:solidFill>
                  <a:srgbClr val="526779"/>
                </a:solidFill>
                <a:latin typeface="Arial"/>
                <a:ea typeface="Arial"/>
                <a:cs typeface="Arial"/>
              </a:defRPr>
            </a:lvl2pPr>
            <a:lvl3pPr>
              <a:buNone/>
              <a:defRPr sz="2100" b="0">
                <a:solidFill>
                  <a:srgbClr val="526779"/>
                </a:solidFill>
                <a:latin typeface="Arial"/>
                <a:ea typeface="Arial"/>
                <a:cs typeface="Arial"/>
              </a:defRPr>
            </a:lvl3pPr>
            <a:lvl4pPr>
              <a:buNone/>
              <a:defRPr sz="2100" b="0">
                <a:solidFill>
                  <a:srgbClr val="526779"/>
                </a:solidFill>
                <a:latin typeface="Arial"/>
                <a:ea typeface="Arial"/>
                <a:cs typeface="Arial"/>
              </a:defRPr>
            </a:lvl4pPr>
            <a:lvl5pPr>
              <a:buNone/>
              <a:defRPr sz="2100" b="0">
                <a:solidFill>
                  <a:srgbClr val="526779"/>
                </a:solidFill>
                <a:latin typeface="Arial"/>
                <a:ea typeface="Arial"/>
                <a:cs typeface="Arial"/>
              </a:defRPr>
            </a:lvl5pPr>
            <a:lvl6pPr>
              <a:buNone/>
              <a:defRPr sz="2100" b="0">
                <a:solidFill>
                  <a:srgbClr val="526779"/>
                </a:solidFill>
                <a:latin typeface="Arial"/>
                <a:ea typeface="Arial"/>
                <a:cs typeface="Arial"/>
              </a:defRPr>
            </a:lvl6pPr>
            <a:lvl7pPr>
              <a:buNone/>
              <a:defRPr sz="2100" b="0">
                <a:solidFill>
                  <a:srgbClr val="526779"/>
                </a:solidFill>
                <a:latin typeface="Arial"/>
                <a:ea typeface="Arial"/>
                <a:cs typeface="Arial"/>
              </a:defRPr>
            </a:lvl7pPr>
            <a:lvl8pPr>
              <a:buNone/>
              <a:defRPr sz="2100" b="0">
                <a:solidFill>
                  <a:srgbClr val="526779"/>
                </a:solidFill>
                <a:latin typeface="Arial"/>
                <a:ea typeface="Arial"/>
                <a:cs typeface="Arial"/>
              </a:defRPr>
            </a:lvl8pPr>
            <a:lvl9pPr>
              <a:buNone/>
              <a:defRPr sz="2100" b="0">
                <a:solidFill>
                  <a:srgbClr val="526779"/>
                </a:solidFill>
                <a:latin typeface="Arial"/>
                <a:ea typeface="Arial"/>
                <a:cs typeface="Arial"/>
              </a:defRPr>
            </a:lvl9pPr>
          </a:lstStyle>
          <a:p xmlns:a="http://schemas.openxmlformats.org/drawingml/2006/main">
            <a:pPr>
              <a:buNone/>
              <a:defRPr sz="2100" b="0">
                <a:solidFill>
                  <a:srgbClr val="526779"/>
                </a:solidFill>
                <a:latin typeface="Arial"/>
                <a:ea typeface="Arial"/>
                <a:cs typeface="Arial"/>
              </a:defRPr>
            </a:pPr>
            <a:r>
              <a:rPr sz="2100" b="0">
                <a:solidFill>
                  <a:srgbClr val="526779"/>
                </a:solidFill>
                <a:latin typeface="Arial"/>
                <a:ea typeface="Arial"/>
                <a:cs typeface="Arial"/>
              </a:rPr>
              <a:t>Main screen, test cases and a class demo accompany both stories.</a:t>
            </a:r>
          </a:p>
        </p:txBody>
      </p:sp>
    </p:spTree>
    <p:extLst>
      <p:ext uri="{BB962C8B-B14F-4D97-AF65-F5344CB8AC3E}">
        <p14:creationId xmlns:p14="http://schemas.microsoft.com/office/powerpoint/2010/main" val="1109949610"/>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ADB374-CE31-46DC-A10C-6EFDDB2E7168}"/>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Sprint 1 handoff</a:t>
            </a:r>
          </a:p>
        </p:txBody>
      </p:sp>
      <p:sp>
        <p:nvSpPr>
          <p:cNvPr id="2" name="">
            <a:extLst xmlns:a="http://schemas.openxmlformats.org/drawingml/2006/main">
              <a:ext uri="{FF2B5EF4-FFF2-40B4-BE49-F238E27FC236}">
                <a16:creationId xmlns:a16="http://schemas.microsoft.com/office/drawing/2014/main" id="{06D0F7AE-A5C2-4A70-8C39-B537927ED617}"/>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67F6479-1D45-4C2A-AC1E-BA1C23CE7099}"/>
              </a:ext>
            </a:extLst>
          </p:cNvPr>
          <p:cNvSpPr>
            <a:spLocks xmlns:a="http://schemas.openxmlformats.org/drawingml/2006/main" noGrp="1"/>
          </p:cNvSpPr>
          <p:nvPr/>
        </p:nvSpPr>
        <p:spPr>
          <a:xfrm xmlns:a="http://schemas.openxmlformats.org/drawingml/2006/main">
            <a:off x="609600" y="163830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Existing in this checkout</a:t>
            </a:r>
          </a:p>
        </p:txBody>
      </p:sp>
      <p:sp>
        <p:nvSpPr>
          <p:cNvPr id="4" name="">
            <a:extLst xmlns:a="http://schemas.openxmlformats.org/drawingml/2006/main">
              <a:ext uri="{FF2B5EF4-FFF2-40B4-BE49-F238E27FC236}">
                <a16:creationId xmlns:a16="http://schemas.microsoft.com/office/drawing/2014/main" id="{BB5706E6-BC22-42EE-9090-F49AB9DCB300}"/>
              </a:ext>
            </a:extLst>
          </p:cNvPr>
          <p:cNvSpPr>
            <a:spLocks xmlns:a="http://schemas.openxmlformats.org/drawingml/2006/main" noGrp="1"/>
          </p:cNvSpPr>
          <p:nvPr/>
        </p:nvSpPr>
        <p:spPr>
          <a:xfrm xmlns:a="http://schemas.openxmlformats.org/drawingml/2006/main">
            <a:off x="609600" y="2095500"/>
            <a:ext cx="1019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Email and password sign-in, session restoration and sign-out.</a:t>
            </a:r>
          </a:p>
        </p:txBody>
      </p:sp>
      <p:sp>
        <p:nvSpPr>
          <p:cNvPr id="5" name="">
            <a:extLst xmlns:a="http://schemas.openxmlformats.org/drawingml/2006/main">
              <a:ext uri="{FF2B5EF4-FFF2-40B4-BE49-F238E27FC236}">
                <a16:creationId xmlns:a16="http://schemas.microsoft.com/office/drawing/2014/main" id="{4359075F-7A83-4CD9-81C4-FA5045141C78}"/>
              </a:ext>
            </a:extLst>
          </p:cNvPr>
          <p:cNvSpPr>
            <a:spLocks xmlns:a="http://schemas.openxmlformats.org/drawingml/2006/main" noGrp="1"/>
          </p:cNvSpPr>
          <p:nvPr/>
        </p:nvSpPr>
        <p:spPr>
          <a:xfrm xmlns:a="http://schemas.openxmlformats.org/drawingml/2006/main">
            <a:off x="609600" y="31432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Preserved in Sprint 2</a:t>
            </a:r>
          </a:p>
        </p:txBody>
      </p:sp>
      <p:sp>
        <p:nvSpPr>
          <p:cNvPr id="6" name="">
            <a:extLst xmlns:a="http://schemas.openxmlformats.org/drawingml/2006/main">
              <a:ext uri="{FF2B5EF4-FFF2-40B4-BE49-F238E27FC236}">
                <a16:creationId xmlns:a16="http://schemas.microsoft.com/office/drawing/2014/main" id="{D4D4A2FD-E213-4FF3-8D42-680EE8B3C784}"/>
              </a:ext>
            </a:extLst>
          </p:cNvPr>
          <p:cNvSpPr>
            <a:spLocks xmlns:a="http://schemas.openxmlformats.org/drawingml/2006/main" noGrp="1"/>
          </p:cNvSpPr>
          <p:nvPr/>
        </p:nvSpPr>
        <p:spPr>
          <a:xfrm xmlns:a="http://schemas.openxmlformats.org/drawingml/2006/main">
            <a:off x="609600" y="3600450"/>
            <a:ext cx="1019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dashboard requires a signed-in user. Local history belongs to that account.</a:t>
            </a:r>
          </a:p>
        </p:txBody>
      </p:sp>
      <p:sp>
        <p:nvSpPr>
          <p:cNvPr id="7" name="">
            <a:extLst xmlns:a="http://schemas.openxmlformats.org/drawingml/2006/main">
              <a:ext uri="{FF2B5EF4-FFF2-40B4-BE49-F238E27FC236}">
                <a16:creationId xmlns:a16="http://schemas.microsoft.com/office/drawing/2014/main" id="{A8675754-9E15-4A1F-9D14-051772857C6A}"/>
              </a:ext>
            </a:extLst>
          </p:cNvPr>
          <p:cNvSpPr>
            <a:spLocks xmlns:a="http://schemas.openxmlformats.org/drawingml/2006/main" noGrp="1"/>
          </p:cNvSpPr>
          <p:nvPr/>
        </p:nvSpPr>
        <p:spPr>
          <a:xfrm xmlns:a="http://schemas.openxmlformats.org/drawingml/2006/main">
            <a:off x="609600" y="5143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779"/>
                </a:solidFill>
                <a:latin typeface="Arial"/>
                <a:ea typeface="Arial"/>
                <a:cs typeface="Arial"/>
              </a:defRPr>
            </a:defPPr>
            <a:lvl1pPr>
              <a:buNone/>
              <a:defRPr sz="2025" b="0">
                <a:solidFill>
                  <a:srgbClr val="526779"/>
                </a:solidFill>
                <a:latin typeface="Arial"/>
                <a:ea typeface="Arial"/>
                <a:cs typeface="Arial"/>
              </a:defRPr>
            </a:lvl1pPr>
            <a:lvl2pPr>
              <a:buNone/>
              <a:defRPr sz="2025" b="0">
                <a:solidFill>
                  <a:srgbClr val="526779"/>
                </a:solidFill>
                <a:latin typeface="Arial"/>
                <a:ea typeface="Arial"/>
                <a:cs typeface="Arial"/>
              </a:defRPr>
            </a:lvl2pPr>
            <a:lvl3pPr>
              <a:buNone/>
              <a:defRPr sz="2025" b="0">
                <a:solidFill>
                  <a:srgbClr val="526779"/>
                </a:solidFill>
                <a:latin typeface="Arial"/>
                <a:ea typeface="Arial"/>
                <a:cs typeface="Arial"/>
              </a:defRPr>
            </a:lvl3pPr>
            <a:lvl4pPr>
              <a:buNone/>
              <a:defRPr sz="2025" b="0">
                <a:solidFill>
                  <a:srgbClr val="526779"/>
                </a:solidFill>
                <a:latin typeface="Arial"/>
                <a:ea typeface="Arial"/>
                <a:cs typeface="Arial"/>
              </a:defRPr>
            </a:lvl4pPr>
            <a:lvl5pPr>
              <a:buNone/>
              <a:defRPr sz="2025" b="0">
                <a:solidFill>
                  <a:srgbClr val="526779"/>
                </a:solidFill>
                <a:latin typeface="Arial"/>
                <a:ea typeface="Arial"/>
                <a:cs typeface="Arial"/>
              </a:defRPr>
            </a:lvl5pPr>
            <a:lvl6pPr>
              <a:buNone/>
              <a:defRPr sz="2025" b="0">
                <a:solidFill>
                  <a:srgbClr val="526779"/>
                </a:solidFill>
                <a:latin typeface="Arial"/>
                <a:ea typeface="Arial"/>
                <a:cs typeface="Arial"/>
              </a:defRPr>
            </a:lvl6pPr>
            <a:lvl7pPr>
              <a:buNone/>
              <a:defRPr sz="2025" b="0">
                <a:solidFill>
                  <a:srgbClr val="526779"/>
                </a:solidFill>
                <a:latin typeface="Arial"/>
                <a:ea typeface="Arial"/>
                <a:cs typeface="Arial"/>
              </a:defRPr>
            </a:lvl7pPr>
            <a:lvl8pPr>
              <a:buNone/>
              <a:defRPr sz="2025" b="0">
                <a:solidFill>
                  <a:srgbClr val="526779"/>
                </a:solidFill>
                <a:latin typeface="Arial"/>
                <a:ea typeface="Arial"/>
                <a:cs typeface="Arial"/>
              </a:defRPr>
            </a:lvl8pPr>
            <a:lvl9pPr>
              <a:buNone/>
              <a:defRPr sz="2025" b="0">
                <a:solidFill>
                  <a:srgbClr val="526779"/>
                </a:solidFill>
                <a:latin typeface="Arial"/>
                <a:ea typeface="Arial"/>
                <a:cs typeface="Arial"/>
              </a:defRPr>
            </a:lvl9pPr>
          </a:lstStyle>
          <a:p xmlns:a="http://schemas.openxmlformats.org/drawingml/2006/main">
            <a:pPr>
              <a:buNone/>
              <a:defRPr sz="2025" b="0">
                <a:solidFill>
                  <a:srgbClr val="526779"/>
                </a:solidFill>
                <a:latin typeface="Arial"/>
                <a:ea typeface="Arial"/>
                <a:cs typeface="Arial"/>
              </a:defRPr>
            </a:pPr>
            <a:r>
              <a:rPr sz="2025" b="0">
                <a:solidFill>
                  <a:srgbClr val="526779"/>
                </a:solidFill>
                <a:latin typeface="Arial"/>
                <a:ea typeface="Arial"/>
                <a:cs typeface="Arial"/>
              </a:rPr>
              <a:t>Registration still needs the teammate’s implementation in this checkout.</a:t>
            </a:r>
          </a:p>
        </p:txBody>
      </p:sp>
    </p:spTree>
    <p:extLst>
      <p:ext uri="{BB962C8B-B14F-4D97-AF65-F5344CB8AC3E}">
        <p14:creationId xmlns:p14="http://schemas.microsoft.com/office/powerpoint/2010/main" val="920557700"/>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62DC7B-4EDA-4A9A-B219-F1AA52E659F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The hardware we use</a:t>
            </a:r>
          </a:p>
        </p:txBody>
      </p:sp>
      <p:sp>
        <p:nvSpPr>
          <p:cNvPr id="2" name="">
            <a:extLst xmlns:a="http://schemas.openxmlformats.org/drawingml/2006/main">
              <a:ext uri="{FF2B5EF4-FFF2-40B4-BE49-F238E27FC236}">
                <a16:creationId xmlns:a16="http://schemas.microsoft.com/office/drawing/2014/main" id="{0DFE4910-2095-4A25-BC59-61636C8DB673}"/>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4885A7F9-7CC4-49F8-BBDC-8E67FA3CAD2A}"/>
              </a:ext>
            </a:extLst>
          </p:cNvPr>
          <p:cNvPicPr>
            <a:picLocks xmlns:a="http://schemas.openxmlformats.org/drawingml/2006/main" noChangeAspect="1"/>
          </p:cNvPicPr>
          <p:nvPr/>
        </p:nvPicPr>
        <p:blipFill>
          <a:blip xmlns:r="http://schemas.openxmlformats.org/officeDocument/2006/relationships" xmlns:a="http://schemas.openxmlformats.org/drawingml/2006/main" r:embed="Rbf3bee0ba16649f6"/>
          <a:srcRect xmlns:a="http://schemas.openxmlformats.org/drawingml/2006/main" l="0" t="0" r="0" b="0"/>
          <a:stretch xmlns:a="http://schemas.openxmlformats.org/drawingml/2006/main"/>
        </p:blipFill>
        <p:spPr>
          <a:xfrm xmlns:a="http://schemas.openxmlformats.org/drawingml/2006/main" rot="0">
            <a:off x="762000" y="1381125"/>
            <a:ext cx="3714750"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78F54C-301C-499C-97BE-0295D7F49B43}"/>
              </a:ext>
            </a:extLst>
          </p:cNvPr>
          <p:cNvSpPr>
            <a:spLocks xmlns:a="http://schemas.openxmlformats.org/drawingml/2006/main" noGrp="1"/>
          </p:cNvSpPr>
          <p:nvPr/>
        </p:nvSpPr>
        <p:spPr>
          <a:xfrm xmlns:a="http://schemas.openxmlformats.org/drawingml/2006/main">
            <a:off x="5143500" y="1762125"/>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16D67"/>
                </a:solidFill>
                <a:latin typeface="Arial"/>
                <a:ea typeface="Arial"/>
                <a:cs typeface="Arial"/>
              </a:defRPr>
            </a:defPPr>
            <a:lvl1pPr>
              <a:buNone/>
              <a:defRPr sz="2850" b="1">
                <a:solidFill>
                  <a:srgbClr val="116D67"/>
                </a:solidFill>
                <a:latin typeface="Arial"/>
                <a:ea typeface="Arial"/>
                <a:cs typeface="Arial"/>
              </a:defRPr>
            </a:lvl1pPr>
            <a:lvl2pPr>
              <a:buNone/>
              <a:defRPr sz="2850" b="1">
                <a:solidFill>
                  <a:srgbClr val="116D67"/>
                </a:solidFill>
                <a:latin typeface="Arial"/>
                <a:ea typeface="Arial"/>
                <a:cs typeface="Arial"/>
              </a:defRPr>
            </a:lvl2pPr>
            <a:lvl3pPr>
              <a:buNone/>
              <a:defRPr sz="2850" b="1">
                <a:solidFill>
                  <a:srgbClr val="116D67"/>
                </a:solidFill>
                <a:latin typeface="Arial"/>
                <a:ea typeface="Arial"/>
                <a:cs typeface="Arial"/>
              </a:defRPr>
            </a:lvl3pPr>
            <a:lvl4pPr>
              <a:buNone/>
              <a:defRPr sz="2850" b="1">
                <a:solidFill>
                  <a:srgbClr val="116D67"/>
                </a:solidFill>
                <a:latin typeface="Arial"/>
                <a:ea typeface="Arial"/>
                <a:cs typeface="Arial"/>
              </a:defRPr>
            </a:lvl4pPr>
            <a:lvl5pPr>
              <a:buNone/>
              <a:defRPr sz="2850" b="1">
                <a:solidFill>
                  <a:srgbClr val="116D67"/>
                </a:solidFill>
                <a:latin typeface="Arial"/>
                <a:ea typeface="Arial"/>
                <a:cs typeface="Arial"/>
              </a:defRPr>
            </a:lvl5pPr>
            <a:lvl6pPr>
              <a:buNone/>
              <a:defRPr sz="2850" b="1">
                <a:solidFill>
                  <a:srgbClr val="116D67"/>
                </a:solidFill>
                <a:latin typeface="Arial"/>
                <a:ea typeface="Arial"/>
                <a:cs typeface="Arial"/>
              </a:defRPr>
            </a:lvl6pPr>
            <a:lvl7pPr>
              <a:buNone/>
              <a:defRPr sz="2850" b="1">
                <a:solidFill>
                  <a:srgbClr val="116D67"/>
                </a:solidFill>
                <a:latin typeface="Arial"/>
                <a:ea typeface="Arial"/>
                <a:cs typeface="Arial"/>
              </a:defRPr>
            </a:lvl7pPr>
            <a:lvl8pPr>
              <a:buNone/>
              <a:defRPr sz="2850" b="1">
                <a:solidFill>
                  <a:srgbClr val="116D67"/>
                </a:solidFill>
                <a:latin typeface="Arial"/>
                <a:ea typeface="Arial"/>
                <a:cs typeface="Arial"/>
              </a:defRPr>
            </a:lvl8pPr>
            <a:lvl9pPr>
              <a:buNone/>
              <a:defRPr sz="2850" b="1">
                <a:solidFill>
                  <a:srgbClr val="116D67"/>
                </a:solidFill>
                <a:latin typeface="Arial"/>
                <a:ea typeface="Arial"/>
                <a:cs typeface="Arial"/>
              </a:defRPr>
            </a:lvl9pPr>
          </a:lstStyle>
          <a:p xmlns:a="http://schemas.openxmlformats.org/drawingml/2006/main">
            <a:pPr>
              <a:buNone/>
              <a:defRPr sz="2850" b="1">
                <a:solidFill>
                  <a:srgbClr val="116D67"/>
                </a:solidFill>
                <a:latin typeface="Arial"/>
                <a:ea typeface="Arial"/>
                <a:cs typeface="Arial"/>
              </a:defRPr>
            </a:pPr>
            <a:r>
              <a:rPr sz="2850" b="1">
                <a:solidFill>
                  <a:srgbClr val="116D67"/>
                </a:solidFill>
                <a:latin typeface="Arial"/>
                <a:ea typeface="Arial"/>
                <a:cs typeface="Arial"/>
              </a:rPr>
              <a:t>A ready-made OBD reader</a:t>
            </a:r>
          </a:p>
        </p:txBody>
      </p:sp>
      <p:sp>
        <p:nvSpPr>
          <p:cNvPr id="5" name="">
            <a:extLst xmlns:a="http://schemas.openxmlformats.org/drawingml/2006/main">
              <a:ext uri="{FF2B5EF4-FFF2-40B4-BE49-F238E27FC236}">
                <a16:creationId xmlns:a16="http://schemas.microsoft.com/office/drawing/2014/main" id="{61489E44-23D6-413B-A103-23F0114FD28A}"/>
              </a:ext>
            </a:extLst>
          </p:cNvPr>
          <p:cNvSpPr>
            <a:spLocks xmlns:a="http://schemas.openxmlformats.org/drawingml/2006/main" noGrp="1"/>
          </p:cNvSpPr>
          <p:nvPr/>
        </p:nvSpPr>
        <p:spPr>
          <a:xfrm xmlns:a="http://schemas.openxmlformats.org/drawingml/2006/main">
            <a:off x="5143500" y="2838450"/>
            <a:ext cx="6191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A53"/>
                </a:solidFill>
                <a:latin typeface="Arial"/>
                <a:ea typeface="Arial"/>
                <a:cs typeface="Arial"/>
              </a:defRPr>
            </a:defPPr>
            <a:lvl1pPr>
              <a:buNone/>
              <a:defRPr sz="2175" b="0">
                <a:solidFill>
                  <a:srgbClr val="173A53"/>
                </a:solidFill>
                <a:latin typeface="Arial"/>
                <a:ea typeface="Arial"/>
                <a:cs typeface="Arial"/>
              </a:defRPr>
            </a:lvl1pPr>
            <a:lvl2pPr>
              <a:buNone/>
              <a:defRPr sz="2175" b="0">
                <a:solidFill>
                  <a:srgbClr val="173A53"/>
                </a:solidFill>
                <a:latin typeface="Arial"/>
                <a:ea typeface="Arial"/>
                <a:cs typeface="Arial"/>
              </a:defRPr>
            </a:lvl2pPr>
            <a:lvl3pPr>
              <a:buNone/>
              <a:defRPr sz="2175" b="0">
                <a:solidFill>
                  <a:srgbClr val="173A53"/>
                </a:solidFill>
                <a:latin typeface="Arial"/>
                <a:ea typeface="Arial"/>
                <a:cs typeface="Arial"/>
              </a:defRPr>
            </a:lvl3pPr>
            <a:lvl4pPr>
              <a:buNone/>
              <a:defRPr sz="2175" b="0">
                <a:solidFill>
                  <a:srgbClr val="173A53"/>
                </a:solidFill>
                <a:latin typeface="Arial"/>
                <a:ea typeface="Arial"/>
                <a:cs typeface="Arial"/>
              </a:defRPr>
            </a:lvl4pPr>
            <a:lvl5pPr>
              <a:buNone/>
              <a:defRPr sz="2175" b="0">
                <a:solidFill>
                  <a:srgbClr val="173A53"/>
                </a:solidFill>
                <a:latin typeface="Arial"/>
                <a:ea typeface="Arial"/>
                <a:cs typeface="Arial"/>
              </a:defRPr>
            </a:lvl5pPr>
            <a:lvl6pPr>
              <a:buNone/>
              <a:defRPr sz="2175" b="0">
                <a:solidFill>
                  <a:srgbClr val="173A53"/>
                </a:solidFill>
                <a:latin typeface="Arial"/>
                <a:ea typeface="Arial"/>
                <a:cs typeface="Arial"/>
              </a:defRPr>
            </a:lvl6pPr>
            <a:lvl7pPr>
              <a:buNone/>
              <a:defRPr sz="2175" b="0">
                <a:solidFill>
                  <a:srgbClr val="173A53"/>
                </a:solidFill>
                <a:latin typeface="Arial"/>
                <a:ea typeface="Arial"/>
                <a:cs typeface="Arial"/>
              </a:defRPr>
            </a:lvl7pPr>
            <a:lvl8pPr>
              <a:buNone/>
              <a:defRPr sz="2175" b="0">
                <a:solidFill>
                  <a:srgbClr val="173A53"/>
                </a:solidFill>
                <a:latin typeface="Arial"/>
                <a:ea typeface="Arial"/>
                <a:cs typeface="Arial"/>
              </a:defRPr>
            </a:lvl8pPr>
            <a:lvl9pPr>
              <a:buNone/>
              <a:defRPr sz="2175" b="0">
                <a:solidFill>
                  <a:srgbClr val="173A53"/>
                </a:solidFill>
                <a:latin typeface="Arial"/>
                <a:ea typeface="Arial"/>
                <a:cs typeface="Arial"/>
              </a:defRPr>
            </a:lvl9pPr>
          </a:lstStyle>
          <a:p xmlns:a="http://schemas.openxmlformats.org/drawingml/2006/main">
            <a:pPr>
              <a:buNone/>
              <a:defRPr sz="2175" b="0">
                <a:solidFill>
                  <a:srgbClr val="173A53"/>
                </a:solidFill>
                <a:latin typeface="Arial"/>
                <a:ea typeface="Arial"/>
                <a:cs typeface="Arial"/>
              </a:defRPr>
            </a:pPr>
            <a:r>
              <a:rPr sz="2175" b="0">
                <a:solidFill>
                  <a:srgbClr val="173A53"/>
                </a:solidFill>
                <a:latin typeface="Arial"/>
                <a:ea typeface="Arial"/>
                <a:cs typeface="Arial"/>
              </a:rPr>
              <a:t>It plugs into the vehicle’s OBD port.</a:t>
            </a:r>
          </a:p>
          <a:p xmlns:a="http://schemas.openxmlformats.org/drawingml/2006/main">
            <a:r>
              <a:t/>
            </a:r>
          </a:p>
          <a:p xmlns:a="http://schemas.openxmlformats.org/drawingml/2006/main">
            <a:pPr>
              <a:buNone/>
              <a:defRPr sz="2175" b="0">
                <a:solidFill>
                  <a:srgbClr val="173A53"/>
                </a:solidFill>
                <a:latin typeface="Arial"/>
                <a:ea typeface="Arial"/>
                <a:cs typeface="Arial"/>
              </a:defRPr>
            </a:pPr>
            <a:r>
              <a:rPr sz="2175" b="0">
                <a:solidFill>
                  <a:srgbClr val="173A53"/>
                </a:solidFill>
                <a:latin typeface="Arial"/>
                <a:ea typeface="Arial"/>
                <a:cs typeface="Arial"/>
              </a:rPr>
              <a:t>Bluetooth connects the reader to the phone.</a:t>
            </a:r>
          </a:p>
          <a:p xmlns:a="http://schemas.openxmlformats.org/drawingml/2006/main">
            <a:r>
              <a:t/>
            </a:r>
          </a:p>
          <a:p xmlns:a="http://schemas.openxmlformats.org/drawingml/2006/main">
            <a:pPr>
              <a:buNone/>
              <a:defRPr sz="2175" b="0">
                <a:solidFill>
                  <a:srgbClr val="173A53"/>
                </a:solidFill>
                <a:latin typeface="Arial"/>
                <a:ea typeface="Arial"/>
                <a:cs typeface="Arial"/>
              </a:defRPr>
            </a:pPr>
            <a:r>
              <a:rPr sz="2175" b="0">
                <a:solidFill>
                  <a:srgbClr val="173A53"/>
                </a:solidFill>
                <a:latin typeface="Arial"/>
                <a:ea typeface="Arial"/>
                <a:cs typeface="Arial"/>
              </a:rPr>
              <a:t>Our work focuses on the Android app.</a:t>
            </a:r>
          </a:p>
        </p:txBody>
      </p:sp>
      <p:sp>
        <p:nvSpPr>
          <p:cNvPr id="6" name="">
            <a:extLst xmlns:a="http://schemas.openxmlformats.org/drawingml/2006/main">
              <a:ext uri="{FF2B5EF4-FFF2-40B4-BE49-F238E27FC236}">
                <a16:creationId xmlns:a16="http://schemas.microsoft.com/office/drawing/2014/main" id="{BF5FE5A9-5533-4B96-BF11-8940B62A3047}"/>
              </a:ext>
            </a:extLst>
          </p:cNvPr>
          <p:cNvSpPr>
            <a:spLocks xmlns:a="http://schemas.openxmlformats.org/drawingml/2006/main" noGrp="1"/>
          </p:cNvSpPr>
          <p:nvPr/>
        </p:nvSpPr>
        <p:spPr>
          <a:xfrm xmlns:a="http://schemas.openxmlformats.org/drawingml/2006/main">
            <a:off x="5143500" y="565785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779"/>
                </a:solidFill>
                <a:latin typeface="Arial"/>
                <a:ea typeface="Arial"/>
                <a:cs typeface="Arial"/>
              </a:defRPr>
            </a:defPPr>
            <a:lvl1pPr>
              <a:buNone/>
              <a:defRPr sz="1650" b="0">
                <a:solidFill>
                  <a:srgbClr val="526779"/>
                </a:solidFill>
                <a:latin typeface="Arial"/>
                <a:ea typeface="Arial"/>
                <a:cs typeface="Arial"/>
              </a:defRPr>
            </a:lvl1pPr>
            <a:lvl2pPr>
              <a:buNone/>
              <a:defRPr sz="1650" b="0">
                <a:solidFill>
                  <a:srgbClr val="526779"/>
                </a:solidFill>
                <a:latin typeface="Arial"/>
                <a:ea typeface="Arial"/>
                <a:cs typeface="Arial"/>
              </a:defRPr>
            </a:lvl2pPr>
            <a:lvl3pPr>
              <a:buNone/>
              <a:defRPr sz="1650" b="0">
                <a:solidFill>
                  <a:srgbClr val="526779"/>
                </a:solidFill>
                <a:latin typeface="Arial"/>
                <a:ea typeface="Arial"/>
                <a:cs typeface="Arial"/>
              </a:defRPr>
            </a:lvl3pPr>
            <a:lvl4pPr>
              <a:buNone/>
              <a:defRPr sz="1650" b="0">
                <a:solidFill>
                  <a:srgbClr val="526779"/>
                </a:solidFill>
                <a:latin typeface="Arial"/>
                <a:ea typeface="Arial"/>
                <a:cs typeface="Arial"/>
              </a:defRPr>
            </a:lvl4pPr>
            <a:lvl5pPr>
              <a:buNone/>
              <a:defRPr sz="1650" b="0">
                <a:solidFill>
                  <a:srgbClr val="526779"/>
                </a:solidFill>
                <a:latin typeface="Arial"/>
                <a:ea typeface="Arial"/>
                <a:cs typeface="Arial"/>
              </a:defRPr>
            </a:lvl5pPr>
            <a:lvl6pPr>
              <a:buNone/>
              <a:defRPr sz="1650" b="0">
                <a:solidFill>
                  <a:srgbClr val="526779"/>
                </a:solidFill>
                <a:latin typeface="Arial"/>
                <a:ea typeface="Arial"/>
                <a:cs typeface="Arial"/>
              </a:defRPr>
            </a:lvl6pPr>
            <a:lvl7pPr>
              <a:buNone/>
              <a:defRPr sz="1650" b="0">
                <a:solidFill>
                  <a:srgbClr val="526779"/>
                </a:solidFill>
                <a:latin typeface="Arial"/>
                <a:ea typeface="Arial"/>
                <a:cs typeface="Arial"/>
              </a:defRPr>
            </a:lvl7pPr>
            <a:lvl8pPr>
              <a:buNone/>
              <a:defRPr sz="1650" b="0">
                <a:solidFill>
                  <a:srgbClr val="526779"/>
                </a:solidFill>
                <a:latin typeface="Arial"/>
                <a:ea typeface="Arial"/>
                <a:cs typeface="Arial"/>
              </a:defRPr>
            </a:lvl8pPr>
            <a:lvl9pPr>
              <a:buNone/>
              <a:defRPr sz="1650" b="0">
                <a:solidFill>
                  <a:srgbClr val="526779"/>
                </a:solidFill>
                <a:latin typeface="Arial"/>
                <a:ea typeface="Arial"/>
                <a:cs typeface="Arial"/>
              </a:defRPr>
            </a:lvl9pPr>
          </a:lstStyle>
          <a:p xmlns:a="http://schemas.openxmlformats.org/drawingml/2006/main">
            <a:pPr>
              <a:buNone/>
              <a:defRPr sz="1650" b="0">
                <a:solidFill>
                  <a:srgbClr val="526779"/>
                </a:solidFill>
                <a:latin typeface="Arial"/>
                <a:ea typeface="Arial"/>
                <a:cs typeface="Arial"/>
              </a:defRPr>
            </a:pPr>
            <a:r>
              <a:rPr sz="1650" b="0">
                <a:solidFill>
                  <a:srgbClr val="526779"/>
                </a:solidFill>
                <a:latin typeface="Arial"/>
                <a:ea typeface="Arial"/>
                <a:cs typeface="Arial"/>
              </a:rPr>
              <a:t>Exact model and compatibility still need a vehicle test.</a:t>
            </a:r>
          </a:p>
        </p:txBody>
      </p:sp>
    </p:spTree>
    <p:extLst>
      <p:ext uri="{BB962C8B-B14F-4D97-AF65-F5344CB8AC3E}">
        <p14:creationId xmlns:p14="http://schemas.microsoft.com/office/powerpoint/2010/main" val="1032775314"/>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97915E2-D91A-49B0-AC83-B94C51EDB008}"/>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A53"/>
                </a:solidFill>
                <a:latin typeface="Arial"/>
                <a:ea typeface="Arial"/>
                <a:cs typeface="Arial"/>
              </a:defRPr>
            </a:defPPr>
            <a:lvl1pPr>
              <a:defRPr sz="3300" b="1">
                <a:solidFill>
                  <a:srgbClr val="173A53"/>
                </a:solidFill>
                <a:latin typeface="Arial"/>
                <a:ea typeface="Arial"/>
                <a:cs typeface="Arial"/>
              </a:defRPr>
            </a:lvl1pPr>
            <a:lvl2pPr>
              <a:defRPr sz="3300" b="1">
                <a:solidFill>
                  <a:srgbClr val="173A53"/>
                </a:solidFill>
                <a:latin typeface="Arial"/>
                <a:ea typeface="Arial"/>
                <a:cs typeface="Arial"/>
              </a:defRPr>
            </a:lvl2pPr>
            <a:lvl3pPr>
              <a:defRPr sz="3300" b="1">
                <a:solidFill>
                  <a:srgbClr val="173A53"/>
                </a:solidFill>
                <a:latin typeface="Arial"/>
                <a:ea typeface="Arial"/>
                <a:cs typeface="Arial"/>
              </a:defRPr>
            </a:lvl3pPr>
            <a:lvl4pPr>
              <a:defRPr sz="3300" b="1">
                <a:solidFill>
                  <a:srgbClr val="173A53"/>
                </a:solidFill>
                <a:latin typeface="Arial"/>
                <a:ea typeface="Arial"/>
                <a:cs typeface="Arial"/>
              </a:defRPr>
            </a:lvl4pPr>
            <a:lvl5pPr>
              <a:defRPr sz="3300" b="1">
                <a:solidFill>
                  <a:srgbClr val="173A53"/>
                </a:solidFill>
                <a:latin typeface="Arial"/>
                <a:ea typeface="Arial"/>
                <a:cs typeface="Arial"/>
              </a:defRPr>
            </a:lvl5pPr>
            <a:lvl6pPr>
              <a:defRPr sz="3300" b="1">
                <a:solidFill>
                  <a:srgbClr val="173A53"/>
                </a:solidFill>
                <a:latin typeface="Arial"/>
                <a:ea typeface="Arial"/>
                <a:cs typeface="Arial"/>
              </a:defRPr>
            </a:lvl6pPr>
            <a:lvl7pPr>
              <a:defRPr sz="3300" b="1">
                <a:solidFill>
                  <a:srgbClr val="173A53"/>
                </a:solidFill>
                <a:latin typeface="Arial"/>
                <a:ea typeface="Arial"/>
                <a:cs typeface="Arial"/>
              </a:defRPr>
            </a:lvl7pPr>
            <a:lvl8pPr>
              <a:defRPr sz="3300" b="1">
                <a:solidFill>
                  <a:srgbClr val="173A53"/>
                </a:solidFill>
                <a:latin typeface="Arial"/>
                <a:ea typeface="Arial"/>
                <a:cs typeface="Arial"/>
              </a:defRPr>
            </a:lvl8pPr>
            <a:lvl9pPr>
              <a:defRPr sz="3300" b="1">
                <a:solidFill>
                  <a:srgbClr val="173A53"/>
                </a:solidFill>
                <a:latin typeface="Arial"/>
                <a:ea typeface="Arial"/>
                <a:cs typeface="Arial"/>
              </a:defRPr>
            </a:lvl9pPr>
          </a:lstStyle>
          <a:p xmlns:a="http://schemas.openxmlformats.org/drawingml/2006/main">
            <a:pPr>
              <a:defRPr sz="3300" b="1">
                <a:solidFill>
                  <a:srgbClr val="173A53"/>
                </a:solidFill>
                <a:latin typeface="Arial"/>
                <a:ea typeface="Arial"/>
                <a:cs typeface="Arial"/>
              </a:defRPr>
            </a:pPr>
            <a:r>
              <a:rPr sz="3300" b="1">
                <a:solidFill>
                  <a:srgbClr val="173A53"/>
                </a:solidFill>
                <a:latin typeface="Arial"/>
                <a:ea typeface="Arial"/>
                <a:cs typeface="Arial"/>
              </a:rPr>
              <a:t>How the reader gets power</a:t>
            </a:r>
          </a:p>
        </p:txBody>
      </p:sp>
      <p:sp>
        <p:nvSpPr>
          <p:cNvPr id="2" name="">
            <a:extLst xmlns:a="http://schemas.openxmlformats.org/drawingml/2006/main">
              <a:ext uri="{FF2B5EF4-FFF2-40B4-BE49-F238E27FC236}">
                <a16:creationId xmlns:a16="http://schemas.microsoft.com/office/drawing/2014/main" id="{FFF66FE1-DB91-40F9-BD5B-F2DC896A4C6A}"/>
              </a:ext>
            </a:extLst>
          </p:cNvPr>
          <p:cNvSpPr>
            <a:spLocks xmlns:a="http://schemas.openxmlformats.org/drawingml/2006/main" noGrp="1"/>
          </p:cNvSpPr>
          <p:nvPr/>
        </p:nvSpPr>
        <p:spPr>
          <a:xfrm xmlns:a="http://schemas.openxmlformats.org/drawingml/2006/main">
            <a:off x="609600" y="1381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26779"/>
                </a:solidFill>
                <a:latin typeface="Arial"/>
                <a:ea typeface="Arial"/>
                <a:cs typeface="Arial"/>
              </a:defRPr>
            </a:defPPr>
            <a:lvl1pPr>
              <a:defRPr sz="2175" b="0">
                <a:solidFill>
                  <a:srgbClr val="526779"/>
                </a:solidFill>
                <a:latin typeface="Arial"/>
                <a:ea typeface="Arial"/>
                <a:cs typeface="Arial"/>
              </a:defRPr>
            </a:lvl1pPr>
            <a:lvl2pPr>
              <a:defRPr sz="2175" b="0">
                <a:solidFill>
                  <a:srgbClr val="526779"/>
                </a:solidFill>
                <a:latin typeface="Arial"/>
                <a:ea typeface="Arial"/>
                <a:cs typeface="Arial"/>
              </a:defRPr>
            </a:lvl2pPr>
            <a:lvl3pPr>
              <a:defRPr sz="2175" b="0">
                <a:solidFill>
                  <a:srgbClr val="526779"/>
                </a:solidFill>
                <a:latin typeface="Arial"/>
                <a:ea typeface="Arial"/>
                <a:cs typeface="Arial"/>
              </a:defRPr>
            </a:lvl3pPr>
            <a:lvl4pPr>
              <a:defRPr sz="2175" b="0">
                <a:solidFill>
                  <a:srgbClr val="526779"/>
                </a:solidFill>
                <a:latin typeface="Arial"/>
                <a:ea typeface="Arial"/>
                <a:cs typeface="Arial"/>
              </a:defRPr>
            </a:lvl4pPr>
            <a:lvl5pPr>
              <a:defRPr sz="2175" b="0">
                <a:solidFill>
                  <a:srgbClr val="526779"/>
                </a:solidFill>
                <a:latin typeface="Arial"/>
                <a:ea typeface="Arial"/>
                <a:cs typeface="Arial"/>
              </a:defRPr>
            </a:lvl5pPr>
            <a:lvl6pPr>
              <a:defRPr sz="2175" b="0">
                <a:solidFill>
                  <a:srgbClr val="526779"/>
                </a:solidFill>
                <a:latin typeface="Arial"/>
                <a:ea typeface="Arial"/>
                <a:cs typeface="Arial"/>
              </a:defRPr>
            </a:lvl6pPr>
            <a:lvl7pPr>
              <a:defRPr sz="2175" b="0">
                <a:solidFill>
                  <a:srgbClr val="526779"/>
                </a:solidFill>
                <a:latin typeface="Arial"/>
                <a:ea typeface="Arial"/>
                <a:cs typeface="Arial"/>
              </a:defRPr>
            </a:lvl7pPr>
            <a:lvl8pPr>
              <a:defRPr sz="2175" b="0">
                <a:solidFill>
                  <a:srgbClr val="526779"/>
                </a:solidFill>
                <a:latin typeface="Arial"/>
                <a:ea typeface="Arial"/>
                <a:cs typeface="Arial"/>
              </a:defRPr>
            </a:lvl8pPr>
            <a:lvl9pPr>
              <a:defRPr sz="2175" b="0">
                <a:solidFill>
                  <a:srgbClr val="526779"/>
                </a:solidFill>
                <a:latin typeface="Arial"/>
                <a:ea typeface="Arial"/>
                <a:cs typeface="Arial"/>
              </a:defRPr>
            </a:lvl9pPr>
          </a:lstStyle>
          <a:p xmlns:a="http://schemas.openxmlformats.org/drawingml/2006/main">
            <a:pPr>
              <a:defRPr sz="2175" b="0">
                <a:solidFill>
                  <a:srgbClr val="526779"/>
                </a:solidFill>
                <a:latin typeface="Arial"/>
                <a:ea typeface="Arial"/>
                <a:cs typeface="Arial"/>
              </a:defRPr>
            </a:pPr>
            <a:r>
              <a:rPr sz="2175" b="0">
                <a:solidFill>
                  <a:srgbClr val="526779"/>
                </a:solidFill>
                <a:latin typeface="Arial"/>
                <a:ea typeface="Arial"/>
                <a:cs typeface="Arial"/>
              </a:rPr>
              <a:t>The OBD port supplies power and a ground return.</a:t>
            </a:r>
          </a:p>
        </p:txBody>
      </p:sp>
      <p:sp>
        <p:nvSpPr>
          <p:cNvPr id="3" name="">
            <a:extLst xmlns:a="http://schemas.openxmlformats.org/drawingml/2006/main">
              <a:ext uri="{FF2B5EF4-FFF2-40B4-BE49-F238E27FC236}">
                <a16:creationId xmlns:a16="http://schemas.microsoft.com/office/drawing/2014/main" id="{C7C7E9C7-A6E6-40F3-9B57-D44A303714EB}"/>
              </a:ext>
            </a:extLst>
          </p:cNvPr>
          <p:cNvSpPr>
            <a:spLocks xmlns:a="http://schemas.openxmlformats.org/drawingml/2006/main" noGrp="1"/>
          </p:cNvSpPr>
          <p:nvPr/>
        </p:nvSpPr>
        <p:spPr>
          <a:xfrm xmlns:a="http://schemas.openxmlformats.org/drawingml/2006/main">
            <a:off x="609600" y="2381250"/>
            <a:ext cx="24003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8"/>
            </a:solidFill>
          </a:ln>
        </p:spPr>
      </p:sp>
      <p:sp>
        <p:nvSpPr>
          <p:cNvPr id="4" name="">
            <a:extLst xmlns:a="http://schemas.openxmlformats.org/drawingml/2006/main">
              <a:ext uri="{FF2B5EF4-FFF2-40B4-BE49-F238E27FC236}">
                <a16:creationId xmlns:a16="http://schemas.microsoft.com/office/drawing/2014/main" id="{73E10186-EDA3-49D4-AFAC-6C31BAD81881}"/>
              </a:ext>
            </a:extLst>
          </p:cNvPr>
          <p:cNvSpPr>
            <a:spLocks xmlns:a="http://schemas.openxmlformats.org/drawingml/2006/main" noGrp="1"/>
          </p:cNvSpPr>
          <p:nvPr/>
        </p:nvSpPr>
        <p:spPr>
          <a:xfrm xmlns:a="http://schemas.openxmlformats.org/drawingml/2006/main">
            <a:off x="800100" y="2571750"/>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Vehicle supply</a:t>
            </a:r>
          </a:p>
        </p:txBody>
      </p:sp>
      <p:sp>
        <p:nvSpPr>
          <p:cNvPr id="5" name="">
            <a:extLst xmlns:a="http://schemas.openxmlformats.org/drawingml/2006/main">
              <a:ext uri="{FF2B5EF4-FFF2-40B4-BE49-F238E27FC236}">
                <a16:creationId xmlns:a16="http://schemas.microsoft.com/office/drawing/2014/main" id="{0F2A5FB4-E482-4BDD-88A9-282AE83CCFCF}"/>
              </a:ext>
            </a:extLst>
          </p:cNvPr>
          <p:cNvSpPr>
            <a:spLocks xmlns:a="http://schemas.openxmlformats.org/drawingml/2006/main" noGrp="1"/>
          </p:cNvSpPr>
          <p:nvPr/>
        </p:nvSpPr>
        <p:spPr>
          <a:xfrm xmlns:a="http://schemas.openxmlformats.org/drawingml/2006/main">
            <a:off x="800100" y="3009900"/>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Battery positive (+)</a:t>
            </a:r>
          </a:p>
        </p:txBody>
      </p:sp>
      <p:sp>
        <p:nvSpPr>
          <p:cNvPr id="6" name="">
            <a:extLst xmlns:a="http://schemas.openxmlformats.org/drawingml/2006/main">
              <a:ext uri="{FF2B5EF4-FFF2-40B4-BE49-F238E27FC236}">
                <a16:creationId xmlns:a16="http://schemas.microsoft.com/office/drawing/2014/main" id="{D7A021CC-B7CF-4344-A436-C31327D15DFB}"/>
              </a:ext>
            </a:extLst>
          </p:cNvPr>
          <p:cNvSpPr>
            <a:spLocks xmlns:a="http://schemas.openxmlformats.org/drawingml/2006/main" noGrp="1"/>
          </p:cNvSpPr>
          <p:nvPr/>
        </p:nvSpPr>
        <p:spPr>
          <a:xfrm xmlns:a="http://schemas.openxmlformats.org/drawingml/2006/main">
            <a:off x="4286250" y="23812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AA8D9A67-C7DA-46C3-A057-45382469FB56}"/>
              </a:ext>
            </a:extLst>
          </p:cNvPr>
          <p:cNvSpPr>
            <a:spLocks xmlns:a="http://schemas.openxmlformats.org/drawingml/2006/main" noGrp="1"/>
          </p:cNvSpPr>
          <p:nvPr/>
        </p:nvSpPr>
        <p:spPr>
          <a:xfrm xmlns:a="http://schemas.openxmlformats.org/drawingml/2006/main">
            <a:off x="4476750" y="25717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Power regulation</a:t>
            </a:r>
          </a:p>
        </p:txBody>
      </p:sp>
      <p:sp>
        <p:nvSpPr>
          <p:cNvPr id="8" name="">
            <a:extLst xmlns:a="http://schemas.openxmlformats.org/drawingml/2006/main">
              <a:ext uri="{FF2B5EF4-FFF2-40B4-BE49-F238E27FC236}">
                <a16:creationId xmlns:a16="http://schemas.microsoft.com/office/drawing/2014/main" id="{B7FF2972-90FF-41F4-A49D-3170D3CF5EA1}"/>
              </a:ext>
            </a:extLst>
          </p:cNvPr>
          <p:cNvSpPr>
            <a:spLocks xmlns:a="http://schemas.openxmlformats.org/drawingml/2006/main" noGrp="1"/>
          </p:cNvSpPr>
          <p:nvPr/>
        </p:nvSpPr>
        <p:spPr>
          <a:xfrm xmlns:a="http://schemas.openxmlformats.org/drawingml/2006/main">
            <a:off x="4476750" y="30099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Suitable supply voltage</a:t>
            </a:r>
          </a:p>
        </p:txBody>
      </p:sp>
      <p:sp>
        <p:nvSpPr>
          <p:cNvPr id="9" name="">
            <a:extLst xmlns:a="http://schemas.openxmlformats.org/drawingml/2006/main">
              <a:ext uri="{FF2B5EF4-FFF2-40B4-BE49-F238E27FC236}">
                <a16:creationId xmlns:a16="http://schemas.microsoft.com/office/drawing/2014/main" id="{FD001115-9116-4464-9C59-E68B28B9FBE0}"/>
              </a:ext>
            </a:extLst>
          </p:cNvPr>
          <p:cNvSpPr>
            <a:spLocks xmlns:a="http://schemas.openxmlformats.org/drawingml/2006/main" noGrp="1"/>
          </p:cNvSpPr>
          <p:nvPr/>
        </p:nvSpPr>
        <p:spPr>
          <a:xfrm xmlns:a="http://schemas.openxmlformats.org/drawingml/2006/main">
            <a:off x="8572500" y="23812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8"/>
            </a:solidFill>
          </a:ln>
        </p:spPr>
      </p:sp>
      <p:sp>
        <p:nvSpPr>
          <p:cNvPr id="10" name="">
            <a:extLst xmlns:a="http://schemas.openxmlformats.org/drawingml/2006/main">
              <a:ext uri="{FF2B5EF4-FFF2-40B4-BE49-F238E27FC236}">
                <a16:creationId xmlns:a16="http://schemas.microsoft.com/office/drawing/2014/main" id="{9728F39E-364D-497E-BFE6-31C70FCBDF57}"/>
              </a:ext>
            </a:extLst>
          </p:cNvPr>
          <p:cNvSpPr>
            <a:spLocks xmlns:a="http://schemas.openxmlformats.org/drawingml/2006/main" noGrp="1"/>
          </p:cNvSpPr>
          <p:nvPr/>
        </p:nvSpPr>
        <p:spPr>
          <a:xfrm xmlns:a="http://schemas.openxmlformats.org/drawingml/2006/main">
            <a:off x="8763000" y="25717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Reader electronics</a:t>
            </a:r>
          </a:p>
        </p:txBody>
      </p:sp>
      <p:sp>
        <p:nvSpPr>
          <p:cNvPr id="11" name="">
            <a:extLst xmlns:a="http://schemas.openxmlformats.org/drawingml/2006/main">
              <a:ext uri="{FF2B5EF4-FFF2-40B4-BE49-F238E27FC236}">
                <a16:creationId xmlns:a16="http://schemas.microsoft.com/office/drawing/2014/main" id="{5D2B8BF5-0A59-4F5C-9926-769F2A8D5D8C}"/>
              </a:ext>
            </a:extLst>
          </p:cNvPr>
          <p:cNvSpPr>
            <a:spLocks xmlns:a="http://schemas.openxmlformats.org/drawingml/2006/main" noGrp="1"/>
          </p:cNvSpPr>
          <p:nvPr/>
        </p:nvSpPr>
        <p:spPr>
          <a:xfrm xmlns:a="http://schemas.openxmlformats.org/drawingml/2006/main">
            <a:off x="8763000" y="30099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Processor + Bluetooth</a:t>
            </a:r>
          </a:p>
        </p:txBody>
      </p:sp>
      <p:sp>
        <p:nvSpPr>
          <p:cNvPr id="12" name="">
            <a:extLst xmlns:a="http://schemas.openxmlformats.org/drawingml/2006/main">
              <a:ext uri="{FF2B5EF4-FFF2-40B4-BE49-F238E27FC236}">
                <a16:creationId xmlns:a16="http://schemas.microsoft.com/office/drawing/2014/main" id="{5ECF5516-D652-4958-AF4A-F3CF1A04FF4F}"/>
              </a:ext>
            </a:extLst>
          </p:cNvPr>
          <p:cNvSpPr>
            <a:spLocks xmlns:a="http://schemas.openxmlformats.org/drawingml/2006/main" noGrp="1"/>
          </p:cNvSpPr>
          <p:nvPr/>
        </p:nvSpPr>
        <p:spPr>
          <a:xfrm xmlns:a="http://schemas.openxmlformats.org/drawingml/2006/main">
            <a:off x="3171825" y="2867025"/>
            <a:ext cx="952500" cy="247650"/>
          </a:xfrm>
          <a:prstGeom xmlns:a="http://schemas.openxmlformats.org/drawingml/2006/main" prst="rightArrow">
            <a:avLst/>
          </a:prstGeom>
          <a:solidFill xmlns:a="http://schemas.openxmlformats.org/drawingml/2006/main">
            <a:srgbClr val="A35C1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1C74FF0-F80D-4CAD-9AFA-CCBAEC9B7258}"/>
              </a:ext>
            </a:extLst>
          </p:cNvPr>
          <p:cNvSpPr>
            <a:spLocks xmlns:a="http://schemas.openxmlformats.org/drawingml/2006/main" noGrp="1"/>
          </p:cNvSpPr>
          <p:nvPr/>
        </p:nvSpPr>
        <p:spPr>
          <a:xfrm xmlns:a="http://schemas.openxmlformats.org/drawingml/2006/main">
            <a:off x="7419975" y="2867025"/>
            <a:ext cx="971550" cy="247650"/>
          </a:xfrm>
          <a:prstGeom xmlns:a="http://schemas.openxmlformats.org/drawingml/2006/main" prst="rightArrow">
            <a:avLst/>
          </a:prstGeom>
          <a:solidFill xmlns:a="http://schemas.openxmlformats.org/drawingml/2006/main">
            <a:srgbClr val="A35C1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D89817-AD06-40D7-8EC9-B53ED60D8A1F}"/>
              </a:ext>
            </a:extLst>
          </p:cNvPr>
          <p:cNvSpPr>
            <a:spLocks xmlns:a="http://schemas.openxmlformats.org/drawingml/2006/main" noGrp="1"/>
          </p:cNvSpPr>
          <p:nvPr/>
        </p:nvSpPr>
        <p:spPr>
          <a:xfrm xmlns:a="http://schemas.openxmlformats.org/drawingml/2006/main">
            <a:off x="3143250" y="2076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A35C16"/>
                </a:solidFill>
                <a:latin typeface="Arial"/>
                <a:ea typeface="Arial"/>
                <a:cs typeface="Arial"/>
              </a:defRPr>
            </a:defPPr>
            <a:lvl1pPr>
              <a:defRPr sz="1425" b="0">
                <a:solidFill>
                  <a:srgbClr val="A35C16"/>
                </a:solidFill>
                <a:latin typeface="Arial"/>
                <a:ea typeface="Arial"/>
                <a:cs typeface="Arial"/>
              </a:defRPr>
            </a:lvl1pPr>
            <a:lvl2pPr>
              <a:defRPr sz="1425" b="0">
                <a:solidFill>
                  <a:srgbClr val="A35C16"/>
                </a:solidFill>
                <a:latin typeface="Arial"/>
                <a:ea typeface="Arial"/>
                <a:cs typeface="Arial"/>
              </a:defRPr>
            </a:lvl2pPr>
            <a:lvl3pPr>
              <a:defRPr sz="1425" b="0">
                <a:solidFill>
                  <a:srgbClr val="A35C16"/>
                </a:solidFill>
                <a:latin typeface="Arial"/>
                <a:ea typeface="Arial"/>
                <a:cs typeface="Arial"/>
              </a:defRPr>
            </a:lvl3pPr>
            <a:lvl4pPr>
              <a:defRPr sz="1425" b="0">
                <a:solidFill>
                  <a:srgbClr val="A35C16"/>
                </a:solidFill>
                <a:latin typeface="Arial"/>
                <a:ea typeface="Arial"/>
                <a:cs typeface="Arial"/>
              </a:defRPr>
            </a:lvl4pPr>
            <a:lvl5pPr>
              <a:defRPr sz="1425" b="0">
                <a:solidFill>
                  <a:srgbClr val="A35C16"/>
                </a:solidFill>
                <a:latin typeface="Arial"/>
                <a:ea typeface="Arial"/>
                <a:cs typeface="Arial"/>
              </a:defRPr>
            </a:lvl5pPr>
            <a:lvl6pPr>
              <a:defRPr sz="1425" b="0">
                <a:solidFill>
                  <a:srgbClr val="A35C16"/>
                </a:solidFill>
                <a:latin typeface="Arial"/>
                <a:ea typeface="Arial"/>
                <a:cs typeface="Arial"/>
              </a:defRPr>
            </a:lvl6pPr>
            <a:lvl7pPr>
              <a:defRPr sz="1425" b="0">
                <a:solidFill>
                  <a:srgbClr val="A35C16"/>
                </a:solidFill>
                <a:latin typeface="Arial"/>
                <a:ea typeface="Arial"/>
                <a:cs typeface="Arial"/>
              </a:defRPr>
            </a:lvl7pPr>
            <a:lvl8pPr>
              <a:defRPr sz="1425" b="0">
                <a:solidFill>
                  <a:srgbClr val="A35C16"/>
                </a:solidFill>
                <a:latin typeface="Arial"/>
                <a:ea typeface="Arial"/>
                <a:cs typeface="Arial"/>
              </a:defRPr>
            </a:lvl8pPr>
            <a:lvl9pPr>
              <a:defRPr sz="1425" b="0">
                <a:solidFill>
                  <a:srgbClr val="A35C16"/>
                </a:solidFill>
                <a:latin typeface="Arial"/>
                <a:ea typeface="Arial"/>
                <a:cs typeface="Arial"/>
              </a:defRPr>
            </a:lvl9pPr>
          </a:lstStyle>
          <a:p xmlns:a="http://schemas.openxmlformats.org/drawingml/2006/main">
            <a:pPr>
              <a:defRPr sz="1425" b="0">
                <a:solidFill>
                  <a:srgbClr val="A35C16"/>
                </a:solidFill>
                <a:latin typeface="Arial"/>
                <a:ea typeface="Arial"/>
                <a:cs typeface="Arial"/>
              </a:defRPr>
            </a:pPr>
            <a:r>
              <a:rPr sz="1425" b="0">
                <a:solidFill>
                  <a:srgbClr val="A35C16"/>
                </a:solidFill>
                <a:latin typeface="Arial"/>
                <a:ea typeface="Arial"/>
                <a:cs typeface="Arial"/>
              </a:rPr>
              <a:t>via OBD power</a:t>
            </a:r>
          </a:p>
        </p:txBody>
      </p:sp>
      <p:sp>
        <p:nvSpPr>
          <p:cNvPr id="15" name="">
            <a:extLst xmlns:a="http://schemas.openxmlformats.org/drawingml/2006/main">
              <a:ext uri="{FF2B5EF4-FFF2-40B4-BE49-F238E27FC236}">
                <a16:creationId xmlns:a16="http://schemas.microsoft.com/office/drawing/2014/main" id="{70153CFF-582A-4905-BE93-4EF3028A163E}"/>
              </a:ext>
            </a:extLst>
          </p:cNvPr>
          <p:cNvSpPr>
            <a:spLocks xmlns:a="http://schemas.openxmlformats.org/drawingml/2006/main" noGrp="1"/>
          </p:cNvSpPr>
          <p:nvPr/>
        </p:nvSpPr>
        <p:spPr>
          <a:xfrm xmlns:a="http://schemas.openxmlformats.org/drawingml/2006/main">
            <a:off x="9925050" y="3676650"/>
            <a:ext cx="228600" cy="876300"/>
          </a:xfrm>
          <a:prstGeom xmlns:a="http://schemas.openxmlformats.org/drawingml/2006/main" prst="downArrow">
            <a:avLst/>
          </a:prstGeom>
          <a:solidFill xmlns:a="http://schemas.openxmlformats.org/drawingml/2006/main">
            <a:srgbClr val="A35C1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8B3A99-814D-4B15-8100-C836E703FEED}"/>
              </a:ext>
            </a:extLst>
          </p:cNvPr>
          <p:cNvSpPr>
            <a:spLocks xmlns:a="http://schemas.openxmlformats.org/drawingml/2006/main" noGrp="1"/>
          </p:cNvSpPr>
          <p:nvPr/>
        </p:nvSpPr>
        <p:spPr>
          <a:xfrm xmlns:a="http://schemas.openxmlformats.org/drawingml/2006/main">
            <a:off x="1809750" y="4572000"/>
            <a:ext cx="8248650" cy="228600"/>
          </a:xfrm>
          <a:prstGeom xmlns:a="http://schemas.openxmlformats.org/drawingml/2006/main" prst="leftArrow">
            <a:avLst/>
          </a:prstGeom>
          <a:solidFill xmlns:a="http://schemas.openxmlformats.org/drawingml/2006/main">
            <a:srgbClr val="A35C1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3254A6-3C47-4614-9B82-941CCE184FED}"/>
              </a:ext>
            </a:extLst>
          </p:cNvPr>
          <p:cNvSpPr>
            <a:spLocks xmlns:a="http://schemas.openxmlformats.org/drawingml/2006/main" noGrp="1"/>
          </p:cNvSpPr>
          <p:nvPr/>
        </p:nvSpPr>
        <p:spPr>
          <a:xfrm xmlns:a="http://schemas.openxmlformats.org/drawingml/2006/main">
            <a:off x="1695450" y="3676650"/>
            <a:ext cx="228600" cy="876300"/>
          </a:xfrm>
          <a:prstGeom xmlns:a="http://schemas.openxmlformats.org/drawingml/2006/main" prst="upArrow">
            <a:avLst/>
          </a:prstGeom>
          <a:solidFill xmlns:a="http://schemas.openxmlformats.org/drawingml/2006/main">
            <a:srgbClr val="A35C1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079FFD-34D2-4BBC-B222-0EDFC73E818C}"/>
              </a:ext>
            </a:extLst>
          </p:cNvPr>
          <p:cNvSpPr>
            <a:spLocks xmlns:a="http://schemas.openxmlformats.org/drawingml/2006/main" noGrp="1"/>
          </p:cNvSpPr>
          <p:nvPr/>
        </p:nvSpPr>
        <p:spPr>
          <a:xfrm xmlns:a="http://schemas.openxmlformats.org/drawingml/2006/main">
            <a:off x="2762250" y="499110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A35C16"/>
                </a:solidFill>
                <a:latin typeface="Arial"/>
                <a:ea typeface="Arial"/>
                <a:cs typeface="Arial"/>
              </a:defRPr>
            </a:defPPr>
            <a:lvl1pPr>
              <a:defRPr sz="2025" b="0">
                <a:solidFill>
                  <a:srgbClr val="A35C16"/>
                </a:solidFill>
                <a:latin typeface="Arial"/>
                <a:ea typeface="Arial"/>
                <a:cs typeface="Arial"/>
              </a:defRPr>
            </a:lvl1pPr>
            <a:lvl2pPr>
              <a:defRPr sz="2025" b="0">
                <a:solidFill>
                  <a:srgbClr val="A35C16"/>
                </a:solidFill>
                <a:latin typeface="Arial"/>
                <a:ea typeface="Arial"/>
                <a:cs typeface="Arial"/>
              </a:defRPr>
            </a:lvl2pPr>
            <a:lvl3pPr>
              <a:defRPr sz="2025" b="0">
                <a:solidFill>
                  <a:srgbClr val="A35C16"/>
                </a:solidFill>
                <a:latin typeface="Arial"/>
                <a:ea typeface="Arial"/>
                <a:cs typeface="Arial"/>
              </a:defRPr>
            </a:lvl3pPr>
            <a:lvl4pPr>
              <a:defRPr sz="2025" b="0">
                <a:solidFill>
                  <a:srgbClr val="A35C16"/>
                </a:solidFill>
                <a:latin typeface="Arial"/>
                <a:ea typeface="Arial"/>
                <a:cs typeface="Arial"/>
              </a:defRPr>
            </a:lvl4pPr>
            <a:lvl5pPr>
              <a:defRPr sz="2025" b="0">
                <a:solidFill>
                  <a:srgbClr val="A35C16"/>
                </a:solidFill>
                <a:latin typeface="Arial"/>
                <a:ea typeface="Arial"/>
                <a:cs typeface="Arial"/>
              </a:defRPr>
            </a:lvl5pPr>
            <a:lvl6pPr>
              <a:defRPr sz="2025" b="0">
                <a:solidFill>
                  <a:srgbClr val="A35C16"/>
                </a:solidFill>
                <a:latin typeface="Arial"/>
                <a:ea typeface="Arial"/>
                <a:cs typeface="Arial"/>
              </a:defRPr>
            </a:lvl6pPr>
            <a:lvl7pPr>
              <a:defRPr sz="2025" b="0">
                <a:solidFill>
                  <a:srgbClr val="A35C16"/>
                </a:solidFill>
                <a:latin typeface="Arial"/>
                <a:ea typeface="Arial"/>
                <a:cs typeface="Arial"/>
              </a:defRPr>
            </a:lvl7pPr>
            <a:lvl8pPr>
              <a:defRPr sz="2025" b="0">
                <a:solidFill>
                  <a:srgbClr val="A35C16"/>
                </a:solidFill>
                <a:latin typeface="Arial"/>
                <a:ea typeface="Arial"/>
                <a:cs typeface="Arial"/>
              </a:defRPr>
            </a:lvl8pPr>
            <a:lvl9pPr>
              <a:defRPr sz="2025" b="0">
                <a:solidFill>
                  <a:srgbClr val="A35C16"/>
                </a:solidFill>
                <a:latin typeface="Arial"/>
                <a:ea typeface="Arial"/>
                <a:cs typeface="Arial"/>
              </a:defRPr>
            </a:lvl9pPr>
          </a:lstStyle>
          <a:p xmlns:a="http://schemas.openxmlformats.org/drawingml/2006/main">
            <a:pPr>
              <a:defRPr sz="2025" b="0">
                <a:solidFill>
                  <a:srgbClr val="A35C16"/>
                </a:solidFill>
                <a:latin typeface="Arial"/>
                <a:ea typeface="Arial"/>
                <a:cs typeface="Arial"/>
              </a:defRPr>
            </a:pPr>
            <a:r>
              <a:rPr sz="2025" b="0">
                <a:solidFill>
                  <a:srgbClr val="A35C16"/>
                </a:solidFill>
                <a:latin typeface="Arial"/>
                <a:ea typeface="Arial"/>
                <a:cs typeface="Arial"/>
              </a:rPr>
              <a:t>Return through OBD ground to battery negative (−)</a:t>
            </a:r>
          </a:p>
        </p:txBody>
      </p:sp>
      <p:sp>
        <p:nvSpPr>
          <p:cNvPr id="19" name="">
            <a:extLst xmlns:a="http://schemas.openxmlformats.org/drawingml/2006/main">
              <a:ext uri="{FF2B5EF4-FFF2-40B4-BE49-F238E27FC236}">
                <a16:creationId xmlns:a16="http://schemas.microsoft.com/office/drawing/2014/main" id="{12799385-E986-4FCB-8926-22DC98C97357}"/>
              </a:ext>
            </a:extLst>
          </p:cNvPr>
          <p:cNvSpPr>
            <a:spLocks xmlns:a="http://schemas.openxmlformats.org/drawingml/2006/main" noGrp="1"/>
          </p:cNvSpPr>
          <p:nvPr/>
        </p:nvSpPr>
        <p:spPr>
          <a:xfrm xmlns:a="http://schemas.openxmlformats.org/drawingml/2006/main">
            <a:off x="609600" y="58102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779"/>
                </a:solidFill>
                <a:latin typeface="Arial"/>
                <a:ea typeface="Arial"/>
                <a:cs typeface="Arial"/>
              </a:defRPr>
            </a:defPPr>
            <a:lvl1pPr>
              <a:defRPr sz="1725" b="0">
                <a:solidFill>
                  <a:srgbClr val="526779"/>
                </a:solidFill>
                <a:latin typeface="Arial"/>
                <a:ea typeface="Arial"/>
                <a:cs typeface="Arial"/>
              </a:defRPr>
            </a:lvl1pPr>
            <a:lvl2pPr>
              <a:defRPr sz="1725" b="0">
                <a:solidFill>
                  <a:srgbClr val="526779"/>
                </a:solidFill>
                <a:latin typeface="Arial"/>
                <a:ea typeface="Arial"/>
                <a:cs typeface="Arial"/>
              </a:defRPr>
            </a:lvl2pPr>
            <a:lvl3pPr>
              <a:defRPr sz="1725" b="0">
                <a:solidFill>
                  <a:srgbClr val="526779"/>
                </a:solidFill>
                <a:latin typeface="Arial"/>
                <a:ea typeface="Arial"/>
                <a:cs typeface="Arial"/>
              </a:defRPr>
            </a:lvl3pPr>
            <a:lvl4pPr>
              <a:defRPr sz="1725" b="0">
                <a:solidFill>
                  <a:srgbClr val="526779"/>
                </a:solidFill>
                <a:latin typeface="Arial"/>
                <a:ea typeface="Arial"/>
                <a:cs typeface="Arial"/>
              </a:defRPr>
            </a:lvl4pPr>
            <a:lvl5pPr>
              <a:defRPr sz="1725" b="0">
                <a:solidFill>
                  <a:srgbClr val="526779"/>
                </a:solidFill>
                <a:latin typeface="Arial"/>
                <a:ea typeface="Arial"/>
                <a:cs typeface="Arial"/>
              </a:defRPr>
            </a:lvl5pPr>
            <a:lvl6pPr>
              <a:defRPr sz="1725" b="0">
                <a:solidFill>
                  <a:srgbClr val="526779"/>
                </a:solidFill>
                <a:latin typeface="Arial"/>
                <a:ea typeface="Arial"/>
                <a:cs typeface="Arial"/>
              </a:defRPr>
            </a:lvl6pPr>
            <a:lvl7pPr>
              <a:defRPr sz="1725" b="0">
                <a:solidFill>
                  <a:srgbClr val="526779"/>
                </a:solidFill>
                <a:latin typeface="Arial"/>
                <a:ea typeface="Arial"/>
                <a:cs typeface="Arial"/>
              </a:defRPr>
            </a:lvl7pPr>
            <a:lvl8pPr>
              <a:defRPr sz="1725" b="0">
                <a:solidFill>
                  <a:srgbClr val="526779"/>
                </a:solidFill>
                <a:latin typeface="Arial"/>
                <a:ea typeface="Arial"/>
                <a:cs typeface="Arial"/>
              </a:defRPr>
            </a:lvl8pPr>
            <a:lvl9pPr>
              <a:defRPr sz="1725" b="0">
                <a:solidFill>
                  <a:srgbClr val="526779"/>
                </a:solidFill>
                <a:latin typeface="Arial"/>
                <a:ea typeface="Arial"/>
                <a:cs typeface="Arial"/>
              </a:defRPr>
            </a:lvl9pPr>
          </a:lstStyle>
          <a:p xmlns:a="http://schemas.openxmlformats.org/drawingml/2006/main">
            <a:pPr>
              <a:defRPr sz="1725" b="0">
                <a:solidFill>
                  <a:srgbClr val="526779"/>
                </a:solidFill>
                <a:latin typeface="Arial"/>
                <a:ea typeface="Arial"/>
                <a:cs typeface="Arial"/>
              </a:defRPr>
            </a:pPr>
            <a:r>
              <a:rPr sz="1725" b="0">
                <a:solidFill>
                  <a:srgbClr val="526779"/>
                </a:solidFill>
                <a:latin typeface="Arial"/>
                <a:ea typeface="Arial"/>
                <a:cs typeface="Arial"/>
              </a:rPr>
              <a:t>Simplified current path. The exact circuit in this reader has not been identified.</a:t>
            </a:r>
          </a:p>
        </p:txBody>
      </p:sp>
      <p:sp>
        <p:nvSpPr>
          <p:cNvPr id="20" name="">
            <a:extLst xmlns:a="http://schemas.openxmlformats.org/drawingml/2006/main">
              <a:ext uri="{FF2B5EF4-FFF2-40B4-BE49-F238E27FC236}">
                <a16:creationId xmlns:a16="http://schemas.microsoft.com/office/drawing/2014/main" id="{742201F0-7F7F-471B-9823-A3BBCA045F48}"/>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779"/>
                </a:solidFill>
                <a:latin typeface="Arial"/>
                <a:ea typeface="Arial"/>
                <a:cs typeface="Arial"/>
              </a:defRPr>
            </a:defPPr>
            <a:lvl1pPr>
              <a:defRPr sz="1200" b="0">
                <a:solidFill>
                  <a:srgbClr val="526779"/>
                </a:solidFill>
                <a:latin typeface="Arial"/>
                <a:ea typeface="Arial"/>
                <a:cs typeface="Arial"/>
              </a:defRPr>
            </a:lvl1pPr>
            <a:lvl2pPr>
              <a:defRPr sz="1200" b="0">
                <a:solidFill>
                  <a:srgbClr val="526779"/>
                </a:solidFill>
                <a:latin typeface="Arial"/>
                <a:ea typeface="Arial"/>
                <a:cs typeface="Arial"/>
              </a:defRPr>
            </a:lvl2pPr>
            <a:lvl3pPr>
              <a:defRPr sz="1200" b="0">
                <a:solidFill>
                  <a:srgbClr val="526779"/>
                </a:solidFill>
                <a:latin typeface="Arial"/>
                <a:ea typeface="Arial"/>
                <a:cs typeface="Arial"/>
              </a:defRPr>
            </a:lvl3pPr>
            <a:lvl4pPr>
              <a:defRPr sz="1200" b="0">
                <a:solidFill>
                  <a:srgbClr val="526779"/>
                </a:solidFill>
                <a:latin typeface="Arial"/>
                <a:ea typeface="Arial"/>
                <a:cs typeface="Arial"/>
              </a:defRPr>
            </a:lvl4pPr>
            <a:lvl5pPr>
              <a:defRPr sz="1200" b="0">
                <a:solidFill>
                  <a:srgbClr val="526779"/>
                </a:solidFill>
                <a:latin typeface="Arial"/>
                <a:ea typeface="Arial"/>
                <a:cs typeface="Arial"/>
              </a:defRPr>
            </a:lvl5pPr>
            <a:lvl6pPr>
              <a:defRPr sz="1200" b="0">
                <a:solidFill>
                  <a:srgbClr val="526779"/>
                </a:solidFill>
                <a:latin typeface="Arial"/>
                <a:ea typeface="Arial"/>
                <a:cs typeface="Arial"/>
              </a:defRPr>
            </a:lvl6pPr>
            <a:lvl7pPr>
              <a:defRPr sz="1200" b="0">
                <a:solidFill>
                  <a:srgbClr val="526779"/>
                </a:solidFill>
                <a:latin typeface="Arial"/>
                <a:ea typeface="Arial"/>
                <a:cs typeface="Arial"/>
              </a:defRPr>
            </a:lvl7pPr>
            <a:lvl8pPr>
              <a:defRPr sz="1200" b="0">
                <a:solidFill>
                  <a:srgbClr val="526779"/>
                </a:solidFill>
                <a:latin typeface="Arial"/>
                <a:ea typeface="Arial"/>
                <a:cs typeface="Arial"/>
              </a:defRPr>
            </a:lvl8pPr>
            <a:lvl9pPr>
              <a:defRPr sz="1200" b="0">
                <a:solidFill>
                  <a:srgbClr val="526779"/>
                </a:solidFill>
                <a:latin typeface="Arial"/>
                <a:ea typeface="Arial"/>
                <a:cs typeface="Arial"/>
              </a:defRPr>
            </a:lvl9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05</a:t>
            </a:r>
          </a:p>
        </p:txBody>
      </p:sp>
    </p:spTree>
    <p:extLst>
      <p:ext uri="{BB962C8B-B14F-4D97-AF65-F5344CB8AC3E}">
        <p14:creationId xmlns:p14="http://schemas.microsoft.com/office/powerpoint/2010/main" val="27017318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B13B2EB-EBA4-4B9C-94D2-0825EB534F38}"/>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A53"/>
                </a:solidFill>
                <a:latin typeface="Arial"/>
                <a:ea typeface="Arial"/>
                <a:cs typeface="Arial"/>
              </a:defRPr>
            </a:defPPr>
            <a:lvl1pPr>
              <a:defRPr sz="3300" b="1">
                <a:solidFill>
                  <a:srgbClr val="173A53"/>
                </a:solidFill>
                <a:latin typeface="Arial"/>
                <a:ea typeface="Arial"/>
                <a:cs typeface="Arial"/>
              </a:defRPr>
            </a:lvl1pPr>
            <a:lvl2pPr>
              <a:defRPr sz="3300" b="1">
                <a:solidFill>
                  <a:srgbClr val="173A53"/>
                </a:solidFill>
                <a:latin typeface="Arial"/>
                <a:ea typeface="Arial"/>
                <a:cs typeface="Arial"/>
              </a:defRPr>
            </a:lvl2pPr>
            <a:lvl3pPr>
              <a:defRPr sz="3300" b="1">
                <a:solidFill>
                  <a:srgbClr val="173A53"/>
                </a:solidFill>
                <a:latin typeface="Arial"/>
                <a:ea typeface="Arial"/>
                <a:cs typeface="Arial"/>
              </a:defRPr>
            </a:lvl3pPr>
            <a:lvl4pPr>
              <a:defRPr sz="3300" b="1">
                <a:solidFill>
                  <a:srgbClr val="173A53"/>
                </a:solidFill>
                <a:latin typeface="Arial"/>
                <a:ea typeface="Arial"/>
                <a:cs typeface="Arial"/>
              </a:defRPr>
            </a:lvl4pPr>
            <a:lvl5pPr>
              <a:defRPr sz="3300" b="1">
                <a:solidFill>
                  <a:srgbClr val="173A53"/>
                </a:solidFill>
                <a:latin typeface="Arial"/>
                <a:ea typeface="Arial"/>
                <a:cs typeface="Arial"/>
              </a:defRPr>
            </a:lvl5pPr>
            <a:lvl6pPr>
              <a:defRPr sz="3300" b="1">
                <a:solidFill>
                  <a:srgbClr val="173A53"/>
                </a:solidFill>
                <a:latin typeface="Arial"/>
                <a:ea typeface="Arial"/>
                <a:cs typeface="Arial"/>
              </a:defRPr>
            </a:lvl6pPr>
            <a:lvl7pPr>
              <a:defRPr sz="3300" b="1">
                <a:solidFill>
                  <a:srgbClr val="173A53"/>
                </a:solidFill>
                <a:latin typeface="Arial"/>
                <a:ea typeface="Arial"/>
                <a:cs typeface="Arial"/>
              </a:defRPr>
            </a:lvl7pPr>
            <a:lvl8pPr>
              <a:defRPr sz="3300" b="1">
                <a:solidFill>
                  <a:srgbClr val="173A53"/>
                </a:solidFill>
                <a:latin typeface="Arial"/>
                <a:ea typeface="Arial"/>
                <a:cs typeface="Arial"/>
              </a:defRPr>
            </a:lvl8pPr>
            <a:lvl9pPr>
              <a:defRPr sz="3300" b="1">
                <a:solidFill>
                  <a:srgbClr val="173A53"/>
                </a:solidFill>
                <a:latin typeface="Arial"/>
                <a:ea typeface="Arial"/>
                <a:cs typeface="Arial"/>
              </a:defRPr>
            </a:lvl9pPr>
          </a:lstStyle>
          <a:p xmlns:a="http://schemas.openxmlformats.org/drawingml/2006/main">
            <a:pPr>
              <a:defRPr sz="3300" b="1">
                <a:solidFill>
                  <a:srgbClr val="173A53"/>
                </a:solidFill>
                <a:latin typeface="Arial"/>
                <a:ea typeface="Arial"/>
                <a:cs typeface="Arial"/>
              </a:defRPr>
            </a:pPr>
            <a:r>
              <a:rPr sz="3300" b="1">
                <a:solidFill>
                  <a:srgbClr val="173A53"/>
                </a:solidFill>
                <a:latin typeface="Arial"/>
                <a:ea typeface="Arial"/>
                <a:cs typeface="Arial"/>
              </a:rPr>
              <a:t>How readings reach the app</a:t>
            </a:r>
          </a:p>
        </p:txBody>
      </p:sp>
      <p:sp>
        <p:nvSpPr>
          <p:cNvPr id="2" name="">
            <a:extLst xmlns:a="http://schemas.openxmlformats.org/drawingml/2006/main">
              <a:ext uri="{FF2B5EF4-FFF2-40B4-BE49-F238E27FC236}">
                <a16:creationId xmlns:a16="http://schemas.microsoft.com/office/drawing/2014/main" id="{3E137481-7212-43F6-9F4C-D62E29BFFBEA}"/>
              </a:ext>
            </a:extLst>
          </p:cNvPr>
          <p:cNvSpPr>
            <a:spLocks xmlns:a="http://schemas.openxmlformats.org/drawingml/2006/main" noGrp="1"/>
          </p:cNvSpPr>
          <p:nvPr/>
        </p:nvSpPr>
        <p:spPr>
          <a:xfrm xmlns:a="http://schemas.openxmlformats.org/drawingml/2006/main">
            <a:off x="609600" y="14382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16D67"/>
                </a:solidFill>
                <a:latin typeface="Arial"/>
                <a:ea typeface="Arial"/>
                <a:cs typeface="Arial"/>
              </a:defRPr>
            </a:defPPr>
            <a:lvl1pPr>
              <a:defRPr sz="2175" b="1">
                <a:solidFill>
                  <a:srgbClr val="116D67"/>
                </a:solidFill>
                <a:latin typeface="Arial"/>
                <a:ea typeface="Arial"/>
                <a:cs typeface="Arial"/>
              </a:defRPr>
            </a:lvl1pPr>
            <a:lvl2pPr>
              <a:defRPr sz="2175" b="1">
                <a:solidFill>
                  <a:srgbClr val="116D67"/>
                </a:solidFill>
                <a:latin typeface="Arial"/>
                <a:ea typeface="Arial"/>
                <a:cs typeface="Arial"/>
              </a:defRPr>
            </a:lvl2pPr>
            <a:lvl3pPr>
              <a:defRPr sz="2175" b="1">
                <a:solidFill>
                  <a:srgbClr val="116D67"/>
                </a:solidFill>
                <a:latin typeface="Arial"/>
                <a:ea typeface="Arial"/>
                <a:cs typeface="Arial"/>
              </a:defRPr>
            </a:lvl3pPr>
            <a:lvl4pPr>
              <a:defRPr sz="2175" b="1">
                <a:solidFill>
                  <a:srgbClr val="116D67"/>
                </a:solidFill>
                <a:latin typeface="Arial"/>
                <a:ea typeface="Arial"/>
                <a:cs typeface="Arial"/>
              </a:defRPr>
            </a:lvl4pPr>
            <a:lvl5pPr>
              <a:defRPr sz="2175" b="1">
                <a:solidFill>
                  <a:srgbClr val="116D67"/>
                </a:solidFill>
                <a:latin typeface="Arial"/>
                <a:ea typeface="Arial"/>
                <a:cs typeface="Arial"/>
              </a:defRPr>
            </a:lvl5pPr>
            <a:lvl6pPr>
              <a:defRPr sz="2175" b="1">
                <a:solidFill>
                  <a:srgbClr val="116D67"/>
                </a:solidFill>
                <a:latin typeface="Arial"/>
                <a:ea typeface="Arial"/>
                <a:cs typeface="Arial"/>
              </a:defRPr>
            </a:lvl6pPr>
            <a:lvl7pPr>
              <a:defRPr sz="2175" b="1">
                <a:solidFill>
                  <a:srgbClr val="116D67"/>
                </a:solidFill>
                <a:latin typeface="Arial"/>
                <a:ea typeface="Arial"/>
                <a:cs typeface="Arial"/>
              </a:defRPr>
            </a:lvl7pPr>
            <a:lvl8pPr>
              <a:defRPr sz="2175" b="1">
                <a:solidFill>
                  <a:srgbClr val="116D67"/>
                </a:solidFill>
                <a:latin typeface="Arial"/>
                <a:ea typeface="Arial"/>
                <a:cs typeface="Arial"/>
              </a:defRPr>
            </a:lvl8pPr>
            <a:lvl9pPr>
              <a:defRPr sz="2175" b="1">
                <a:solidFill>
                  <a:srgbClr val="116D67"/>
                </a:solidFill>
                <a:latin typeface="Arial"/>
                <a:ea typeface="Arial"/>
                <a:cs typeface="Arial"/>
              </a:defRPr>
            </a:lvl9pPr>
          </a:lstStyle>
          <a:p xmlns:a="http://schemas.openxmlformats.org/drawingml/2006/main">
            <a:pPr>
              <a:defRPr sz="2175" b="1">
                <a:solidFill>
                  <a:srgbClr val="116D67"/>
                </a:solidFill>
                <a:latin typeface="Arial"/>
                <a:ea typeface="Arial"/>
                <a:cs typeface="Arial"/>
              </a:defRPr>
            </a:pPr>
            <a:r>
              <a:rPr sz="2175" b="1">
                <a:solidFill>
                  <a:srgbClr val="116D67"/>
                </a:solidFill>
                <a:latin typeface="Arial"/>
                <a:ea typeface="Arial"/>
                <a:cs typeface="Arial"/>
              </a:rPr>
              <a:t>Request: app → reader → vehicle</a:t>
            </a:r>
          </a:p>
        </p:txBody>
      </p:sp>
      <p:sp>
        <p:nvSpPr>
          <p:cNvPr id="3" name="">
            <a:extLst xmlns:a="http://schemas.openxmlformats.org/drawingml/2006/main">
              <a:ext uri="{FF2B5EF4-FFF2-40B4-BE49-F238E27FC236}">
                <a16:creationId xmlns:a16="http://schemas.microsoft.com/office/drawing/2014/main" id="{34204591-7CEB-4162-8041-45BFA50C05BB}"/>
              </a:ext>
            </a:extLst>
          </p:cNvPr>
          <p:cNvSpPr>
            <a:spLocks xmlns:a="http://schemas.openxmlformats.org/drawingml/2006/main" noGrp="1"/>
          </p:cNvSpPr>
          <p:nvPr/>
        </p:nvSpPr>
        <p:spPr>
          <a:xfrm xmlns:a="http://schemas.openxmlformats.org/drawingml/2006/main">
            <a:off x="609600" y="19240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A53"/>
                </a:solidFill>
                <a:latin typeface="Arial"/>
                <a:ea typeface="Arial"/>
                <a:cs typeface="Arial"/>
              </a:defRPr>
            </a:defPPr>
            <a:lvl1pPr>
              <a:defRPr sz="2175" b="1">
                <a:solidFill>
                  <a:srgbClr val="173A53"/>
                </a:solidFill>
                <a:latin typeface="Arial"/>
                <a:ea typeface="Arial"/>
                <a:cs typeface="Arial"/>
              </a:defRPr>
            </a:lvl1pPr>
            <a:lvl2pPr>
              <a:defRPr sz="2175" b="1">
                <a:solidFill>
                  <a:srgbClr val="173A53"/>
                </a:solidFill>
                <a:latin typeface="Arial"/>
                <a:ea typeface="Arial"/>
                <a:cs typeface="Arial"/>
              </a:defRPr>
            </a:lvl2pPr>
            <a:lvl3pPr>
              <a:defRPr sz="2175" b="1">
                <a:solidFill>
                  <a:srgbClr val="173A53"/>
                </a:solidFill>
                <a:latin typeface="Arial"/>
                <a:ea typeface="Arial"/>
                <a:cs typeface="Arial"/>
              </a:defRPr>
            </a:lvl3pPr>
            <a:lvl4pPr>
              <a:defRPr sz="2175" b="1">
                <a:solidFill>
                  <a:srgbClr val="173A53"/>
                </a:solidFill>
                <a:latin typeface="Arial"/>
                <a:ea typeface="Arial"/>
                <a:cs typeface="Arial"/>
              </a:defRPr>
            </a:lvl4pPr>
            <a:lvl5pPr>
              <a:defRPr sz="2175" b="1">
                <a:solidFill>
                  <a:srgbClr val="173A53"/>
                </a:solidFill>
                <a:latin typeface="Arial"/>
                <a:ea typeface="Arial"/>
                <a:cs typeface="Arial"/>
              </a:defRPr>
            </a:lvl5pPr>
            <a:lvl6pPr>
              <a:defRPr sz="2175" b="1">
                <a:solidFill>
                  <a:srgbClr val="173A53"/>
                </a:solidFill>
                <a:latin typeface="Arial"/>
                <a:ea typeface="Arial"/>
                <a:cs typeface="Arial"/>
              </a:defRPr>
            </a:lvl6pPr>
            <a:lvl7pPr>
              <a:defRPr sz="2175" b="1">
                <a:solidFill>
                  <a:srgbClr val="173A53"/>
                </a:solidFill>
                <a:latin typeface="Arial"/>
                <a:ea typeface="Arial"/>
                <a:cs typeface="Arial"/>
              </a:defRPr>
            </a:lvl7pPr>
            <a:lvl8pPr>
              <a:defRPr sz="2175" b="1">
                <a:solidFill>
                  <a:srgbClr val="173A53"/>
                </a:solidFill>
                <a:latin typeface="Arial"/>
                <a:ea typeface="Arial"/>
                <a:cs typeface="Arial"/>
              </a:defRPr>
            </a:lvl8pPr>
            <a:lvl9pPr>
              <a:defRPr sz="2175" b="1">
                <a:solidFill>
                  <a:srgbClr val="173A53"/>
                </a:solidFill>
                <a:latin typeface="Arial"/>
                <a:ea typeface="Arial"/>
                <a:cs typeface="Arial"/>
              </a:defRPr>
            </a:lvl9pPr>
          </a:lstStyle>
          <a:p xmlns:a="http://schemas.openxmlformats.org/drawingml/2006/main">
            <a:pPr>
              <a:defRPr sz="2175" b="1">
                <a:solidFill>
                  <a:srgbClr val="173A53"/>
                </a:solidFill>
                <a:latin typeface="Arial"/>
                <a:ea typeface="Arial"/>
                <a:cs typeface="Arial"/>
              </a:defRPr>
            </a:pPr>
            <a:r>
              <a:rPr sz="2175" b="1">
                <a:solidFill>
                  <a:srgbClr val="173A53"/>
                </a:solidFill>
                <a:latin typeface="Arial"/>
                <a:ea typeface="Arial"/>
                <a:cs typeface="Arial"/>
              </a:rPr>
              <a:t>Reply: vehicle → reader → app</a:t>
            </a:r>
          </a:p>
        </p:txBody>
      </p:sp>
      <p:sp>
        <p:nvSpPr>
          <p:cNvPr id="4" name="">
            <a:extLst xmlns:a="http://schemas.openxmlformats.org/drawingml/2006/main">
              <a:ext uri="{FF2B5EF4-FFF2-40B4-BE49-F238E27FC236}">
                <a16:creationId xmlns:a16="http://schemas.microsoft.com/office/drawing/2014/main" id="{B620D1E3-ED93-4405-BCA3-F65C9D64532A}"/>
              </a:ext>
            </a:extLst>
          </p:cNvPr>
          <p:cNvSpPr>
            <a:spLocks xmlns:a="http://schemas.openxmlformats.org/drawingml/2006/main" noGrp="1"/>
          </p:cNvSpPr>
          <p:nvPr/>
        </p:nvSpPr>
        <p:spPr>
          <a:xfrm xmlns:a="http://schemas.openxmlformats.org/drawingml/2006/main">
            <a:off x="609600" y="2905125"/>
            <a:ext cx="25717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389DB5FF-A86A-48E8-A48A-65C7473F2E57}"/>
              </a:ext>
            </a:extLst>
          </p:cNvPr>
          <p:cNvSpPr>
            <a:spLocks xmlns:a="http://schemas.openxmlformats.org/drawingml/2006/main" noGrp="1"/>
          </p:cNvSpPr>
          <p:nvPr/>
        </p:nvSpPr>
        <p:spPr>
          <a:xfrm xmlns:a="http://schemas.openxmlformats.org/drawingml/2006/main">
            <a:off x="800100" y="30956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Vehicle computer</a:t>
            </a:r>
          </a:p>
        </p:txBody>
      </p:sp>
      <p:sp>
        <p:nvSpPr>
          <p:cNvPr id="6" name="">
            <a:extLst xmlns:a="http://schemas.openxmlformats.org/drawingml/2006/main">
              <a:ext uri="{FF2B5EF4-FFF2-40B4-BE49-F238E27FC236}">
                <a16:creationId xmlns:a16="http://schemas.microsoft.com/office/drawing/2014/main" id="{5529F8D4-1C1B-4BD2-88C0-D923314A4998}"/>
              </a:ext>
            </a:extLst>
          </p:cNvPr>
          <p:cNvSpPr>
            <a:spLocks xmlns:a="http://schemas.openxmlformats.org/drawingml/2006/main" noGrp="1"/>
          </p:cNvSpPr>
          <p:nvPr/>
        </p:nvSpPr>
        <p:spPr>
          <a:xfrm xmlns:a="http://schemas.openxmlformats.org/drawingml/2006/main">
            <a:off x="800100" y="353377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Provides supported values</a:t>
            </a:r>
          </a:p>
        </p:txBody>
      </p:sp>
      <p:sp>
        <p:nvSpPr>
          <p:cNvPr id="7" name="">
            <a:extLst xmlns:a="http://schemas.openxmlformats.org/drawingml/2006/main">
              <a:ext uri="{FF2B5EF4-FFF2-40B4-BE49-F238E27FC236}">
                <a16:creationId xmlns:a16="http://schemas.microsoft.com/office/drawing/2014/main" id="{20F063F5-FAD6-4B19-AED3-763BA55A4FA5}"/>
              </a:ext>
            </a:extLst>
          </p:cNvPr>
          <p:cNvSpPr>
            <a:spLocks xmlns:a="http://schemas.openxmlformats.org/drawingml/2006/main" noGrp="1"/>
          </p:cNvSpPr>
          <p:nvPr/>
        </p:nvSpPr>
        <p:spPr>
          <a:xfrm xmlns:a="http://schemas.openxmlformats.org/drawingml/2006/main">
            <a:off x="4810125" y="2905125"/>
            <a:ext cx="25717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2E8"/>
            </a:solidFill>
          </a:ln>
        </p:spPr>
      </p:sp>
      <p:sp>
        <p:nvSpPr>
          <p:cNvPr id="8" name="">
            <a:extLst xmlns:a="http://schemas.openxmlformats.org/drawingml/2006/main">
              <a:ext uri="{FF2B5EF4-FFF2-40B4-BE49-F238E27FC236}">
                <a16:creationId xmlns:a16="http://schemas.microsoft.com/office/drawing/2014/main" id="{CAAB42D9-B5EF-4260-958F-3EA2132E111A}"/>
              </a:ext>
            </a:extLst>
          </p:cNvPr>
          <p:cNvSpPr>
            <a:spLocks xmlns:a="http://schemas.openxmlformats.org/drawingml/2006/main" noGrp="1"/>
          </p:cNvSpPr>
          <p:nvPr/>
        </p:nvSpPr>
        <p:spPr>
          <a:xfrm xmlns:a="http://schemas.openxmlformats.org/drawingml/2006/main">
            <a:off x="5000625" y="30956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OBD reader</a:t>
            </a:r>
          </a:p>
        </p:txBody>
      </p:sp>
      <p:sp>
        <p:nvSpPr>
          <p:cNvPr id="9" name="">
            <a:extLst xmlns:a="http://schemas.openxmlformats.org/drawingml/2006/main">
              <a:ext uri="{FF2B5EF4-FFF2-40B4-BE49-F238E27FC236}">
                <a16:creationId xmlns:a16="http://schemas.microsoft.com/office/drawing/2014/main" id="{8E66052D-92BE-469A-A838-D2B486971D1F}"/>
              </a:ext>
            </a:extLst>
          </p:cNvPr>
          <p:cNvSpPr>
            <a:spLocks xmlns:a="http://schemas.openxmlformats.org/drawingml/2006/main" noGrp="1"/>
          </p:cNvSpPr>
          <p:nvPr/>
        </p:nvSpPr>
        <p:spPr>
          <a:xfrm xmlns:a="http://schemas.openxmlformats.org/drawingml/2006/main">
            <a:off x="5000625" y="353377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Translates requests and responses</a:t>
            </a:r>
          </a:p>
        </p:txBody>
      </p:sp>
      <p:sp>
        <p:nvSpPr>
          <p:cNvPr id="10" name="">
            <a:extLst xmlns:a="http://schemas.openxmlformats.org/drawingml/2006/main">
              <a:ext uri="{FF2B5EF4-FFF2-40B4-BE49-F238E27FC236}">
                <a16:creationId xmlns:a16="http://schemas.microsoft.com/office/drawing/2014/main" id="{7E00AC0B-69AC-485F-A45A-8FE2603A78DD}"/>
              </a:ext>
            </a:extLst>
          </p:cNvPr>
          <p:cNvSpPr>
            <a:spLocks xmlns:a="http://schemas.openxmlformats.org/drawingml/2006/main" noGrp="1"/>
          </p:cNvSpPr>
          <p:nvPr/>
        </p:nvSpPr>
        <p:spPr>
          <a:xfrm xmlns:a="http://schemas.openxmlformats.org/drawingml/2006/main">
            <a:off x="9010650" y="2905125"/>
            <a:ext cx="25717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2E8"/>
            </a:solidFill>
          </a:ln>
        </p:spPr>
      </p:sp>
      <p:sp>
        <p:nvSpPr>
          <p:cNvPr id="11" name="">
            <a:extLst xmlns:a="http://schemas.openxmlformats.org/drawingml/2006/main">
              <a:ext uri="{FF2B5EF4-FFF2-40B4-BE49-F238E27FC236}">
                <a16:creationId xmlns:a16="http://schemas.microsoft.com/office/drawing/2014/main" id="{561AD9A9-ECD8-4313-A1BE-3BAD2CEDD3B6}"/>
              </a:ext>
            </a:extLst>
          </p:cNvPr>
          <p:cNvSpPr>
            <a:spLocks xmlns:a="http://schemas.openxmlformats.org/drawingml/2006/main" noGrp="1"/>
          </p:cNvSpPr>
          <p:nvPr/>
        </p:nvSpPr>
        <p:spPr>
          <a:xfrm xmlns:a="http://schemas.openxmlformats.org/drawingml/2006/main">
            <a:off x="9201150" y="30956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A53"/>
                </a:solidFill>
                <a:latin typeface="Arial"/>
                <a:ea typeface="Arial"/>
                <a:cs typeface="Arial"/>
              </a:defRPr>
            </a:defPPr>
            <a:lvl1pPr>
              <a:defRPr sz="2025" b="1">
                <a:solidFill>
                  <a:srgbClr val="173A53"/>
                </a:solidFill>
                <a:latin typeface="Arial"/>
                <a:ea typeface="Arial"/>
                <a:cs typeface="Arial"/>
              </a:defRPr>
            </a:lvl1pPr>
            <a:lvl2pPr>
              <a:defRPr sz="2025" b="1">
                <a:solidFill>
                  <a:srgbClr val="173A53"/>
                </a:solidFill>
                <a:latin typeface="Arial"/>
                <a:ea typeface="Arial"/>
                <a:cs typeface="Arial"/>
              </a:defRPr>
            </a:lvl2pPr>
            <a:lvl3pPr>
              <a:defRPr sz="2025" b="1">
                <a:solidFill>
                  <a:srgbClr val="173A53"/>
                </a:solidFill>
                <a:latin typeface="Arial"/>
                <a:ea typeface="Arial"/>
                <a:cs typeface="Arial"/>
              </a:defRPr>
            </a:lvl3pPr>
            <a:lvl4pPr>
              <a:defRPr sz="2025" b="1">
                <a:solidFill>
                  <a:srgbClr val="173A53"/>
                </a:solidFill>
                <a:latin typeface="Arial"/>
                <a:ea typeface="Arial"/>
                <a:cs typeface="Arial"/>
              </a:defRPr>
            </a:lvl4pPr>
            <a:lvl5pPr>
              <a:defRPr sz="2025" b="1">
                <a:solidFill>
                  <a:srgbClr val="173A53"/>
                </a:solidFill>
                <a:latin typeface="Arial"/>
                <a:ea typeface="Arial"/>
                <a:cs typeface="Arial"/>
              </a:defRPr>
            </a:lvl5pPr>
            <a:lvl6pPr>
              <a:defRPr sz="2025" b="1">
                <a:solidFill>
                  <a:srgbClr val="173A53"/>
                </a:solidFill>
                <a:latin typeface="Arial"/>
                <a:ea typeface="Arial"/>
                <a:cs typeface="Arial"/>
              </a:defRPr>
            </a:lvl6pPr>
            <a:lvl7pPr>
              <a:defRPr sz="2025" b="1">
                <a:solidFill>
                  <a:srgbClr val="173A53"/>
                </a:solidFill>
                <a:latin typeface="Arial"/>
                <a:ea typeface="Arial"/>
                <a:cs typeface="Arial"/>
              </a:defRPr>
            </a:lvl7pPr>
            <a:lvl8pPr>
              <a:defRPr sz="2025" b="1">
                <a:solidFill>
                  <a:srgbClr val="173A53"/>
                </a:solidFill>
                <a:latin typeface="Arial"/>
                <a:ea typeface="Arial"/>
                <a:cs typeface="Arial"/>
              </a:defRPr>
            </a:lvl8pPr>
            <a:lvl9pPr>
              <a:defRPr sz="2025" b="1">
                <a:solidFill>
                  <a:srgbClr val="173A53"/>
                </a:solidFill>
                <a:latin typeface="Arial"/>
                <a:ea typeface="Arial"/>
                <a:cs typeface="Arial"/>
              </a:defRPr>
            </a:lvl9pPr>
          </a:lstStyle>
          <a:p xmlns:a="http://schemas.openxmlformats.org/drawingml/2006/main">
            <a:pPr>
              <a:defRPr sz="2025" b="1">
                <a:solidFill>
                  <a:srgbClr val="173A53"/>
                </a:solidFill>
                <a:latin typeface="Arial"/>
                <a:ea typeface="Arial"/>
                <a:cs typeface="Arial"/>
              </a:defRPr>
            </a:pPr>
            <a:r>
              <a:rPr sz="2025" b="1">
                <a:solidFill>
                  <a:srgbClr val="173A53"/>
                </a:solidFill>
                <a:latin typeface="Arial"/>
                <a:ea typeface="Arial"/>
                <a:cs typeface="Arial"/>
              </a:rPr>
              <a:t>CarMind app</a:t>
            </a:r>
          </a:p>
        </p:txBody>
      </p:sp>
      <p:sp>
        <p:nvSpPr>
          <p:cNvPr id="12" name="">
            <a:extLst xmlns:a="http://schemas.openxmlformats.org/drawingml/2006/main">
              <a:ext uri="{FF2B5EF4-FFF2-40B4-BE49-F238E27FC236}">
                <a16:creationId xmlns:a16="http://schemas.microsoft.com/office/drawing/2014/main" id="{C421F4E0-E3B7-4F77-AC76-2D45D3D665D7}"/>
              </a:ext>
            </a:extLst>
          </p:cNvPr>
          <p:cNvSpPr>
            <a:spLocks xmlns:a="http://schemas.openxmlformats.org/drawingml/2006/main" noGrp="1"/>
          </p:cNvSpPr>
          <p:nvPr/>
        </p:nvSpPr>
        <p:spPr>
          <a:xfrm xmlns:a="http://schemas.openxmlformats.org/drawingml/2006/main">
            <a:off x="9201150" y="353377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Displays and saves a snapshot</a:t>
            </a:r>
          </a:p>
        </p:txBody>
      </p:sp>
      <p:sp>
        <p:nvSpPr>
          <p:cNvPr id="13" name="">
            <a:extLst xmlns:a="http://schemas.openxmlformats.org/drawingml/2006/main">
              <a:ext uri="{FF2B5EF4-FFF2-40B4-BE49-F238E27FC236}">
                <a16:creationId xmlns:a16="http://schemas.microsoft.com/office/drawing/2014/main" id="{51751634-1ECB-4936-8DBC-F2D7FBE7AB94}"/>
              </a:ext>
            </a:extLst>
          </p:cNvPr>
          <p:cNvSpPr>
            <a:spLocks xmlns:a="http://schemas.openxmlformats.org/drawingml/2006/main" noGrp="1"/>
          </p:cNvSpPr>
          <p:nvPr/>
        </p:nvSpPr>
        <p:spPr>
          <a:xfrm xmlns:a="http://schemas.openxmlformats.org/drawingml/2006/main">
            <a:off x="3686175" y="25622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OBD</a:t>
            </a:r>
          </a:p>
        </p:txBody>
      </p:sp>
      <p:sp>
        <p:nvSpPr>
          <p:cNvPr id="14" name="">
            <a:extLst xmlns:a="http://schemas.openxmlformats.org/drawingml/2006/main">
              <a:ext uri="{FF2B5EF4-FFF2-40B4-BE49-F238E27FC236}">
                <a16:creationId xmlns:a16="http://schemas.microsoft.com/office/drawing/2014/main" id="{22E9BA7E-C7DE-43C4-9727-7EC445415205}"/>
              </a:ext>
            </a:extLst>
          </p:cNvPr>
          <p:cNvSpPr>
            <a:spLocks xmlns:a="http://schemas.openxmlformats.org/drawingml/2006/main" noGrp="1"/>
          </p:cNvSpPr>
          <p:nvPr/>
        </p:nvSpPr>
        <p:spPr>
          <a:xfrm xmlns:a="http://schemas.openxmlformats.org/drawingml/2006/main">
            <a:off x="7715250" y="25622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Bluetooth</a:t>
            </a:r>
          </a:p>
        </p:txBody>
      </p:sp>
      <p:sp>
        <p:nvSpPr>
          <p:cNvPr id="15" name="">
            <a:extLst xmlns:a="http://schemas.openxmlformats.org/drawingml/2006/main">
              <a:ext uri="{FF2B5EF4-FFF2-40B4-BE49-F238E27FC236}">
                <a16:creationId xmlns:a16="http://schemas.microsoft.com/office/drawing/2014/main" id="{72AF514F-8B0F-498C-AE7C-CC0620ED9B6F}"/>
              </a:ext>
            </a:extLst>
          </p:cNvPr>
          <p:cNvSpPr>
            <a:spLocks xmlns:a="http://schemas.openxmlformats.org/drawingml/2006/main" noGrp="1"/>
          </p:cNvSpPr>
          <p:nvPr/>
        </p:nvSpPr>
        <p:spPr>
          <a:xfrm xmlns:a="http://schemas.openxmlformats.org/drawingml/2006/main">
            <a:off x="3352800" y="3209925"/>
            <a:ext cx="1276350" cy="209550"/>
          </a:xfrm>
          <a:prstGeom xmlns:a="http://schemas.openxmlformats.org/drawingml/2006/main" prst="leftArrow">
            <a:avLst/>
          </a:prstGeom>
          <a:solidFill xmlns:a="http://schemas.openxmlformats.org/drawingml/2006/main">
            <a:srgbClr val="116D6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B13615-D427-412A-95CC-2DB78376B523}"/>
              </a:ext>
            </a:extLst>
          </p:cNvPr>
          <p:cNvSpPr>
            <a:spLocks xmlns:a="http://schemas.openxmlformats.org/drawingml/2006/main" noGrp="1"/>
          </p:cNvSpPr>
          <p:nvPr/>
        </p:nvSpPr>
        <p:spPr>
          <a:xfrm xmlns:a="http://schemas.openxmlformats.org/drawingml/2006/main">
            <a:off x="3352800" y="3790950"/>
            <a:ext cx="1276350" cy="209550"/>
          </a:xfrm>
          <a:prstGeom xmlns:a="http://schemas.openxmlformats.org/drawingml/2006/main" prst="rightArrow">
            <a:avLst/>
          </a:prstGeom>
          <a:solidFill xmlns:a="http://schemas.openxmlformats.org/drawingml/2006/main">
            <a:srgbClr val="173A5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618AB6F-51F6-43A1-8815-40BA3BC9F54C}"/>
              </a:ext>
            </a:extLst>
          </p:cNvPr>
          <p:cNvSpPr>
            <a:spLocks xmlns:a="http://schemas.openxmlformats.org/drawingml/2006/main" noGrp="1"/>
          </p:cNvSpPr>
          <p:nvPr/>
        </p:nvSpPr>
        <p:spPr>
          <a:xfrm xmlns:a="http://schemas.openxmlformats.org/drawingml/2006/main">
            <a:off x="7553325" y="3209925"/>
            <a:ext cx="1276350" cy="209550"/>
          </a:xfrm>
          <a:prstGeom xmlns:a="http://schemas.openxmlformats.org/drawingml/2006/main" prst="leftArrow">
            <a:avLst/>
          </a:prstGeom>
          <a:solidFill xmlns:a="http://schemas.openxmlformats.org/drawingml/2006/main">
            <a:srgbClr val="116D6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127F18-4D10-44E2-A0F2-044180606F25}"/>
              </a:ext>
            </a:extLst>
          </p:cNvPr>
          <p:cNvSpPr>
            <a:spLocks xmlns:a="http://schemas.openxmlformats.org/drawingml/2006/main" noGrp="1"/>
          </p:cNvSpPr>
          <p:nvPr/>
        </p:nvSpPr>
        <p:spPr>
          <a:xfrm xmlns:a="http://schemas.openxmlformats.org/drawingml/2006/main">
            <a:off x="7553325" y="3790950"/>
            <a:ext cx="1276350" cy="209550"/>
          </a:xfrm>
          <a:prstGeom xmlns:a="http://schemas.openxmlformats.org/drawingml/2006/main" prst="rightArrow">
            <a:avLst/>
          </a:prstGeom>
          <a:solidFill xmlns:a="http://schemas.openxmlformats.org/drawingml/2006/main">
            <a:srgbClr val="173A5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E9C37D4-AB87-4DEB-9FB5-506EC8BB7381}"/>
              </a:ext>
            </a:extLst>
          </p:cNvPr>
          <p:cNvSpPr>
            <a:spLocks xmlns:a="http://schemas.openxmlformats.org/drawingml/2006/main" noGrp="1"/>
          </p:cNvSpPr>
          <p:nvPr/>
        </p:nvSpPr>
        <p:spPr>
          <a:xfrm xmlns:a="http://schemas.openxmlformats.org/drawingml/2006/main">
            <a:off x="609600" y="495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16D67"/>
                </a:solidFill>
                <a:latin typeface="Arial"/>
                <a:ea typeface="Arial"/>
                <a:cs typeface="Arial"/>
              </a:defRPr>
            </a:defPPr>
            <a:lvl1pPr>
              <a:defRPr sz="2325" b="1">
                <a:solidFill>
                  <a:srgbClr val="116D67"/>
                </a:solidFill>
                <a:latin typeface="Arial"/>
                <a:ea typeface="Arial"/>
                <a:cs typeface="Arial"/>
              </a:defRPr>
            </a:lvl1pPr>
            <a:lvl2pPr>
              <a:defRPr sz="2325" b="1">
                <a:solidFill>
                  <a:srgbClr val="116D67"/>
                </a:solidFill>
                <a:latin typeface="Arial"/>
                <a:ea typeface="Arial"/>
                <a:cs typeface="Arial"/>
              </a:defRPr>
            </a:lvl2pPr>
            <a:lvl3pPr>
              <a:defRPr sz="2325" b="1">
                <a:solidFill>
                  <a:srgbClr val="116D67"/>
                </a:solidFill>
                <a:latin typeface="Arial"/>
                <a:ea typeface="Arial"/>
                <a:cs typeface="Arial"/>
              </a:defRPr>
            </a:lvl3pPr>
            <a:lvl4pPr>
              <a:defRPr sz="2325" b="1">
                <a:solidFill>
                  <a:srgbClr val="116D67"/>
                </a:solidFill>
                <a:latin typeface="Arial"/>
                <a:ea typeface="Arial"/>
                <a:cs typeface="Arial"/>
              </a:defRPr>
            </a:lvl4pPr>
            <a:lvl5pPr>
              <a:defRPr sz="2325" b="1">
                <a:solidFill>
                  <a:srgbClr val="116D67"/>
                </a:solidFill>
                <a:latin typeface="Arial"/>
                <a:ea typeface="Arial"/>
                <a:cs typeface="Arial"/>
              </a:defRPr>
            </a:lvl5pPr>
            <a:lvl6pPr>
              <a:defRPr sz="2325" b="1">
                <a:solidFill>
                  <a:srgbClr val="116D67"/>
                </a:solidFill>
                <a:latin typeface="Arial"/>
                <a:ea typeface="Arial"/>
                <a:cs typeface="Arial"/>
              </a:defRPr>
            </a:lvl6pPr>
            <a:lvl7pPr>
              <a:defRPr sz="2325" b="1">
                <a:solidFill>
                  <a:srgbClr val="116D67"/>
                </a:solidFill>
                <a:latin typeface="Arial"/>
                <a:ea typeface="Arial"/>
                <a:cs typeface="Arial"/>
              </a:defRPr>
            </a:lvl7pPr>
            <a:lvl8pPr>
              <a:defRPr sz="2325" b="1">
                <a:solidFill>
                  <a:srgbClr val="116D67"/>
                </a:solidFill>
                <a:latin typeface="Arial"/>
                <a:ea typeface="Arial"/>
                <a:cs typeface="Arial"/>
              </a:defRPr>
            </a:lvl8pPr>
            <a:lvl9pPr>
              <a:defRPr sz="2325" b="1">
                <a:solidFill>
                  <a:srgbClr val="116D67"/>
                </a:solidFill>
                <a:latin typeface="Arial"/>
                <a:ea typeface="Arial"/>
                <a:cs typeface="Arial"/>
              </a:defRPr>
            </a:lvl9pPr>
          </a:lstStyle>
          <a:p xmlns:a="http://schemas.openxmlformats.org/drawingml/2006/main">
            <a:pPr>
              <a:defRPr sz="2325" b="1">
                <a:solidFill>
                  <a:srgbClr val="116D67"/>
                </a:solidFill>
                <a:latin typeface="Arial"/>
                <a:ea typeface="Arial"/>
                <a:cs typeface="Arial"/>
              </a:defRPr>
            </a:pPr>
            <a:r>
              <a:rPr sz="2325" b="1">
                <a:solidFill>
                  <a:srgbClr val="116D67"/>
                </a:solidFill>
                <a:latin typeface="Arial"/>
                <a:ea typeface="Arial"/>
                <a:cs typeface="Arial"/>
              </a:rPr>
              <a:t>Power runs the reader. Bluetooth carries the data.</a:t>
            </a:r>
          </a:p>
        </p:txBody>
      </p:sp>
      <p:sp>
        <p:nvSpPr>
          <p:cNvPr id="20" name="">
            <a:extLst xmlns:a="http://schemas.openxmlformats.org/drawingml/2006/main">
              <a:ext uri="{FF2B5EF4-FFF2-40B4-BE49-F238E27FC236}">
                <a16:creationId xmlns:a16="http://schemas.microsoft.com/office/drawing/2014/main" id="{EECB350C-881F-4C16-BB71-0BEDC1CD7819}"/>
              </a:ext>
            </a:extLst>
          </p:cNvPr>
          <p:cNvSpPr>
            <a:spLocks xmlns:a="http://schemas.openxmlformats.org/drawingml/2006/main" noGrp="1"/>
          </p:cNvSpPr>
          <p:nvPr/>
        </p:nvSpPr>
        <p:spPr>
          <a:xfrm xmlns:a="http://schemas.openxmlformats.org/drawingml/2006/main">
            <a:off x="609600" y="56102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779"/>
                </a:solidFill>
                <a:latin typeface="Arial"/>
                <a:ea typeface="Arial"/>
                <a:cs typeface="Arial"/>
              </a:defRPr>
            </a:defPPr>
            <a:lvl1pPr>
              <a:defRPr sz="1800" b="0">
                <a:solidFill>
                  <a:srgbClr val="526779"/>
                </a:solidFill>
                <a:latin typeface="Arial"/>
                <a:ea typeface="Arial"/>
                <a:cs typeface="Arial"/>
              </a:defRPr>
            </a:lvl1pPr>
            <a:lvl2pPr>
              <a:defRPr sz="1800" b="0">
                <a:solidFill>
                  <a:srgbClr val="526779"/>
                </a:solidFill>
                <a:latin typeface="Arial"/>
                <a:ea typeface="Arial"/>
                <a:cs typeface="Arial"/>
              </a:defRPr>
            </a:lvl2pPr>
            <a:lvl3pPr>
              <a:defRPr sz="1800" b="0">
                <a:solidFill>
                  <a:srgbClr val="526779"/>
                </a:solidFill>
                <a:latin typeface="Arial"/>
                <a:ea typeface="Arial"/>
                <a:cs typeface="Arial"/>
              </a:defRPr>
            </a:lvl3pPr>
            <a:lvl4pPr>
              <a:defRPr sz="1800" b="0">
                <a:solidFill>
                  <a:srgbClr val="526779"/>
                </a:solidFill>
                <a:latin typeface="Arial"/>
                <a:ea typeface="Arial"/>
                <a:cs typeface="Arial"/>
              </a:defRPr>
            </a:lvl4pPr>
            <a:lvl5pPr>
              <a:defRPr sz="1800" b="0">
                <a:solidFill>
                  <a:srgbClr val="526779"/>
                </a:solidFill>
                <a:latin typeface="Arial"/>
                <a:ea typeface="Arial"/>
                <a:cs typeface="Arial"/>
              </a:defRPr>
            </a:lvl5pPr>
            <a:lvl6pPr>
              <a:defRPr sz="1800" b="0">
                <a:solidFill>
                  <a:srgbClr val="526779"/>
                </a:solidFill>
                <a:latin typeface="Arial"/>
                <a:ea typeface="Arial"/>
                <a:cs typeface="Arial"/>
              </a:defRPr>
            </a:lvl6pPr>
            <a:lvl7pPr>
              <a:defRPr sz="1800" b="0">
                <a:solidFill>
                  <a:srgbClr val="526779"/>
                </a:solidFill>
                <a:latin typeface="Arial"/>
                <a:ea typeface="Arial"/>
                <a:cs typeface="Arial"/>
              </a:defRPr>
            </a:lvl7pPr>
            <a:lvl8pPr>
              <a:defRPr sz="1800" b="0">
                <a:solidFill>
                  <a:srgbClr val="526779"/>
                </a:solidFill>
                <a:latin typeface="Arial"/>
                <a:ea typeface="Arial"/>
                <a:cs typeface="Arial"/>
              </a:defRPr>
            </a:lvl8pPr>
            <a:lvl9pPr>
              <a:defRPr sz="1800" b="0">
                <a:solidFill>
                  <a:srgbClr val="526779"/>
                </a:solidFill>
                <a:latin typeface="Arial"/>
                <a:ea typeface="Arial"/>
                <a:cs typeface="Arial"/>
              </a:defRPr>
            </a:lvl9pPr>
          </a:lstStyle>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The phone uses its own battery. Vehicle readings depend on compatibility.</a:t>
            </a:r>
          </a:p>
        </p:txBody>
      </p:sp>
      <p:sp>
        <p:nvSpPr>
          <p:cNvPr id="21" name="">
            <a:extLst xmlns:a="http://schemas.openxmlformats.org/drawingml/2006/main">
              <a:ext uri="{FF2B5EF4-FFF2-40B4-BE49-F238E27FC236}">
                <a16:creationId xmlns:a16="http://schemas.microsoft.com/office/drawing/2014/main" id="{685DE4E7-96D8-473B-BD25-E1A132E2CB87}"/>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779"/>
                </a:solidFill>
                <a:latin typeface="Arial"/>
                <a:ea typeface="Arial"/>
                <a:cs typeface="Arial"/>
              </a:defRPr>
            </a:defPPr>
            <a:lvl1pPr>
              <a:defRPr sz="1200" b="0">
                <a:solidFill>
                  <a:srgbClr val="526779"/>
                </a:solidFill>
                <a:latin typeface="Arial"/>
                <a:ea typeface="Arial"/>
                <a:cs typeface="Arial"/>
              </a:defRPr>
            </a:lvl1pPr>
            <a:lvl2pPr>
              <a:defRPr sz="1200" b="0">
                <a:solidFill>
                  <a:srgbClr val="526779"/>
                </a:solidFill>
                <a:latin typeface="Arial"/>
                <a:ea typeface="Arial"/>
                <a:cs typeface="Arial"/>
              </a:defRPr>
            </a:lvl2pPr>
            <a:lvl3pPr>
              <a:defRPr sz="1200" b="0">
                <a:solidFill>
                  <a:srgbClr val="526779"/>
                </a:solidFill>
                <a:latin typeface="Arial"/>
                <a:ea typeface="Arial"/>
                <a:cs typeface="Arial"/>
              </a:defRPr>
            </a:lvl3pPr>
            <a:lvl4pPr>
              <a:defRPr sz="1200" b="0">
                <a:solidFill>
                  <a:srgbClr val="526779"/>
                </a:solidFill>
                <a:latin typeface="Arial"/>
                <a:ea typeface="Arial"/>
                <a:cs typeface="Arial"/>
              </a:defRPr>
            </a:lvl4pPr>
            <a:lvl5pPr>
              <a:defRPr sz="1200" b="0">
                <a:solidFill>
                  <a:srgbClr val="526779"/>
                </a:solidFill>
                <a:latin typeface="Arial"/>
                <a:ea typeface="Arial"/>
                <a:cs typeface="Arial"/>
              </a:defRPr>
            </a:lvl5pPr>
            <a:lvl6pPr>
              <a:defRPr sz="1200" b="0">
                <a:solidFill>
                  <a:srgbClr val="526779"/>
                </a:solidFill>
                <a:latin typeface="Arial"/>
                <a:ea typeface="Arial"/>
                <a:cs typeface="Arial"/>
              </a:defRPr>
            </a:lvl6pPr>
            <a:lvl7pPr>
              <a:defRPr sz="1200" b="0">
                <a:solidFill>
                  <a:srgbClr val="526779"/>
                </a:solidFill>
                <a:latin typeface="Arial"/>
                <a:ea typeface="Arial"/>
                <a:cs typeface="Arial"/>
              </a:defRPr>
            </a:lvl7pPr>
            <a:lvl8pPr>
              <a:defRPr sz="1200" b="0">
                <a:solidFill>
                  <a:srgbClr val="526779"/>
                </a:solidFill>
                <a:latin typeface="Arial"/>
                <a:ea typeface="Arial"/>
                <a:cs typeface="Arial"/>
              </a:defRPr>
            </a:lvl8pPr>
            <a:lvl9pPr>
              <a:defRPr sz="1200" b="0">
                <a:solidFill>
                  <a:srgbClr val="526779"/>
                </a:solidFill>
                <a:latin typeface="Arial"/>
                <a:ea typeface="Arial"/>
                <a:cs typeface="Arial"/>
              </a:defRPr>
            </a:lvl9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06</a:t>
            </a:r>
          </a:p>
        </p:txBody>
      </p:sp>
    </p:spTree>
    <p:extLst>
      <p:ext uri="{BB962C8B-B14F-4D97-AF65-F5344CB8AC3E}">
        <p14:creationId xmlns:p14="http://schemas.microsoft.com/office/powerpoint/2010/main" val="762419054"/>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505C90-89E7-4667-9970-59D0CE5CFEA4}"/>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Our software role</a:t>
            </a:r>
          </a:p>
        </p:txBody>
      </p:sp>
      <p:sp>
        <p:nvSpPr>
          <p:cNvPr id="2" name="">
            <a:extLst xmlns:a="http://schemas.openxmlformats.org/drawingml/2006/main">
              <a:ext uri="{FF2B5EF4-FFF2-40B4-BE49-F238E27FC236}">
                <a16:creationId xmlns:a16="http://schemas.microsoft.com/office/drawing/2014/main" id="{E0B6749C-91C5-4062-8E5D-8E2D6EE210B3}"/>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DA6D338-8F6E-4D33-AF7F-504F2110A001}"/>
              </a:ext>
            </a:extLst>
          </p:cNvPr>
          <p:cNvSpPr>
            <a:spLocks xmlns:a="http://schemas.openxmlformats.org/drawingml/2006/main" noGrp="1"/>
          </p:cNvSpPr>
          <p:nvPr/>
        </p:nvSpPr>
        <p:spPr>
          <a:xfrm xmlns:a="http://schemas.openxmlformats.org/drawingml/2006/main">
            <a:off x="609600" y="1524000"/>
            <a:ext cx="661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1  Request</a:t>
            </a:r>
          </a:p>
        </p:txBody>
      </p:sp>
      <p:sp>
        <p:nvSpPr>
          <p:cNvPr id="4" name="">
            <a:extLst xmlns:a="http://schemas.openxmlformats.org/drawingml/2006/main">
              <a:ext uri="{FF2B5EF4-FFF2-40B4-BE49-F238E27FC236}">
                <a16:creationId xmlns:a16="http://schemas.microsoft.com/office/drawing/2014/main" id="{9E213B13-0C75-488E-8204-AA277B8A55C5}"/>
              </a:ext>
            </a:extLst>
          </p:cNvPr>
          <p:cNvSpPr>
            <a:spLocks xmlns:a="http://schemas.openxmlformats.org/drawingml/2006/main" noGrp="1"/>
          </p:cNvSpPr>
          <p:nvPr/>
        </p:nvSpPr>
        <p:spPr>
          <a:xfrm xmlns:a="http://schemas.openxmlformats.org/drawingml/2006/main">
            <a:off x="609600" y="1981200"/>
            <a:ext cx="6619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app asks the reader for supported vehicle values.</a:t>
            </a:r>
          </a:p>
        </p:txBody>
      </p:sp>
      <p:sp>
        <p:nvSpPr>
          <p:cNvPr id="5" name="">
            <a:extLst xmlns:a="http://schemas.openxmlformats.org/drawingml/2006/main">
              <a:ext uri="{FF2B5EF4-FFF2-40B4-BE49-F238E27FC236}">
                <a16:creationId xmlns:a16="http://schemas.microsoft.com/office/drawing/2014/main" id="{F0CD0F0B-B51A-483B-812C-1575E722D111}"/>
              </a:ext>
            </a:extLst>
          </p:cNvPr>
          <p:cNvSpPr>
            <a:spLocks xmlns:a="http://schemas.openxmlformats.org/drawingml/2006/main" noGrp="1"/>
          </p:cNvSpPr>
          <p:nvPr/>
        </p:nvSpPr>
        <p:spPr>
          <a:xfrm xmlns:a="http://schemas.openxmlformats.org/drawingml/2006/main">
            <a:off x="609600" y="3048000"/>
            <a:ext cx="661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2  Display</a:t>
            </a:r>
          </a:p>
        </p:txBody>
      </p:sp>
      <p:sp>
        <p:nvSpPr>
          <p:cNvPr id="6" name="">
            <a:extLst xmlns:a="http://schemas.openxmlformats.org/drawingml/2006/main">
              <a:ext uri="{FF2B5EF4-FFF2-40B4-BE49-F238E27FC236}">
                <a16:creationId xmlns:a16="http://schemas.microsoft.com/office/drawing/2014/main" id="{8A185E10-3C0E-426B-AF5C-588A4907E999}"/>
              </a:ext>
            </a:extLst>
          </p:cNvPr>
          <p:cNvSpPr>
            <a:spLocks xmlns:a="http://schemas.openxmlformats.org/drawingml/2006/main" noGrp="1"/>
          </p:cNvSpPr>
          <p:nvPr/>
        </p:nvSpPr>
        <p:spPr>
          <a:xfrm xmlns:a="http://schemas.openxmlformats.org/drawingml/2006/main">
            <a:off x="609600" y="3505200"/>
            <a:ext cx="6619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app shows numbers with clear labels and units.</a:t>
            </a:r>
          </a:p>
        </p:txBody>
      </p:sp>
      <p:sp>
        <p:nvSpPr>
          <p:cNvPr id="7" name="">
            <a:extLst xmlns:a="http://schemas.openxmlformats.org/drawingml/2006/main">
              <a:ext uri="{FF2B5EF4-FFF2-40B4-BE49-F238E27FC236}">
                <a16:creationId xmlns:a16="http://schemas.microsoft.com/office/drawing/2014/main" id="{5FCEB8FB-2EE4-4716-85AF-147E6A02CA3A}"/>
              </a:ext>
            </a:extLst>
          </p:cNvPr>
          <p:cNvSpPr>
            <a:spLocks xmlns:a="http://schemas.openxmlformats.org/drawingml/2006/main" noGrp="1"/>
          </p:cNvSpPr>
          <p:nvPr/>
        </p:nvSpPr>
        <p:spPr>
          <a:xfrm xmlns:a="http://schemas.openxmlformats.org/drawingml/2006/main">
            <a:off x="609600" y="4572000"/>
            <a:ext cx="661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3  Save</a:t>
            </a:r>
          </a:p>
        </p:txBody>
      </p:sp>
      <p:sp>
        <p:nvSpPr>
          <p:cNvPr id="8" name="">
            <a:extLst xmlns:a="http://schemas.openxmlformats.org/drawingml/2006/main">
              <a:ext uri="{FF2B5EF4-FFF2-40B4-BE49-F238E27FC236}">
                <a16:creationId xmlns:a16="http://schemas.microsoft.com/office/drawing/2014/main" id="{39B9A41E-5091-4AEA-9F83-11CD0060C29D}"/>
              </a:ext>
            </a:extLst>
          </p:cNvPr>
          <p:cNvSpPr>
            <a:spLocks xmlns:a="http://schemas.openxmlformats.org/drawingml/2006/main" noGrp="1"/>
          </p:cNvSpPr>
          <p:nvPr/>
        </p:nvSpPr>
        <p:spPr>
          <a:xfrm xmlns:a="http://schemas.openxmlformats.org/drawingml/2006/main">
            <a:off x="609600" y="5029200"/>
            <a:ext cx="6619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app keeps a dated history on the phone.</a:t>
            </a:r>
          </a:p>
        </p:txBody>
      </p:sp>
      <p:pic>
        <p:nvPicPr>
          <p:cNvPr id="9" name="">
            <a:extLst xmlns:a="http://schemas.openxmlformats.org/drawingml/2006/main">
              <a:ext uri="{FF2B5EF4-FFF2-40B4-BE49-F238E27FC236}">
                <a16:creationId xmlns:a16="http://schemas.microsoft.com/office/drawing/2014/main" id="{9B1FEF9C-E12C-47C4-AA59-58D78E761C4B}"/>
              </a:ext>
            </a:extLst>
          </p:cNvPr>
          <p:cNvPicPr>
            <a:picLocks xmlns:a="http://schemas.openxmlformats.org/drawingml/2006/main" noChangeAspect="1"/>
          </p:cNvPicPr>
          <p:nvPr/>
        </p:nvPicPr>
        <p:blipFill>
          <a:blip xmlns:r="http://schemas.openxmlformats.org/officeDocument/2006/relationships" xmlns:a="http://schemas.openxmlformats.org/drawingml/2006/main" r:embed="R85276ad284984c8b"/>
          <a:srcRect xmlns:a="http://schemas.openxmlformats.org/drawingml/2006/main" l="0" t="0" r="0" b="0"/>
          <a:stretch xmlns:a="http://schemas.openxmlformats.org/drawingml/2006/main"/>
        </p:blipFill>
        <p:spPr>
          <a:xfrm xmlns:a="http://schemas.openxmlformats.org/drawingml/2006/main" rot="0">
            <a:off x="7953375" y="1428750"/>
            <a:ext cx="3476625" cy="4572000"/>
          </a:xfrm>
          <a:prstGeom xmlns:a="http://schemas.openxmlformats.org/drawingml/2006/main" prst="rect">
            <a:avLst/>
          </a:prstGeom>
        </p:spPr>
      </p:pic>
    </p:spTree>
    <p:extLst>
      <p:ext uri="{BB962C8B-B14F-4D97-AF65-F5344CB8AC3E}">
        <p14:creationId xmlns:p14="http://schemas.microsoft.com/office/powerpoint/2010/main" val="321787696"/>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2D0187-BF2D-4695-AEB6-1E897A0FFD97}"/>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Choosing the reader</a:t>
            </a:r>
          </a:p>
        </p:txBody>
      </p:sp>
      <p:sp>
        <p:nvSpPr>
          <p:cNvPr id="2" name="">
            <a:extLst xmlns:a="http://schemas.openxmlformats.org/drawingml/2006/main">
              <a:ext uri="{FF2B5EF4-FFF2-40B4-BE49-F238E27FC236}">
                <a16:creationId xmlns:a16="http://schemas.microsoft.com/office/drawing/2014/main" id="{0D427316-3703-45CE-90EC-1218D9FAA765}"/>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AF4B17A-2866-41F5-B4E5-52676252E052}"/>
              </a:ext>
            </a:extLst>
          </p:cNvPr>
          <p:cNvSpPr>
            <a:spLocks xmlns:a="http://schemas.openxmlformats.org/drawingml/2006/main" noGrp="1"/>
          </p:cNvSpPr>
          <p:nvPr/>
        </p:nvSpPr>
        <p:spPr>
          <a:xfrm xmlns:a="http://schemas.openxmlformats.org/drawingml/2006/main">
            <a:off x="609600" y="161925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Pair once in Android settings</a:t>
            </a:r>
          </a:p>
        </p:txBody>
      </p:sp>
      <p:sp>
        <p:nvSpPr>
          <p:cNvPr id="4" name="">
            <a:extLst xmlns:a="http://schemas.openxmlformats.org/drawingml/2006/main">
              <a:ext uri="{FF2B5EF4-FFF2-40B4-BE49-F238E27FC236}">
                <a16:creationId xmlns:a16="http://schemas.microsoft.com/office/drawing/2014/main" id="{47506879-35F8-4ECC-9282-B8844E88D2E9}"/>
              </a:ext>
            </a:extLst>
          </p:cNvPr>
          <p:cNvSpPr>
            <a:spLocks xmlns:a="http://schemas.openxmlformats.org/drawingml/2006/main" noGrp="1"/>
          </p:cNvSpPr>
          <p:nvPr/>
        </p:nvSpPr>
        <p:spPr>
          <a:xfrm xmlns:a="http://schemas.openxmlformats.org/drawingml/2006/main">
            <a:off x="609600" y="207645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Then choose the OBD reader from the paired devices.</a:t>
            </a:r>
          </a:p>
        </p:txBody>
      </p:sp>
      <p:sp>
        <p:nvSpPr>
          <p:cNvPr id="5" name="">
            <a:extLst xmlns:a="http://schemas.openxmlformats.org/drawingml/2006/main">
              <a:ext uri="{FF2B5EF4-FFF2-40B4-BE49-F238E27FC236}">
                <a16:creationId xmlns:a16="http://schemas.microsoft.com/office/drawing/2014/main" id="{504E5DB6-813A-441D-B346-953D2BD89C4E}"/>
              </a:ext>
            </a:extLst>
          </p:cNvPr>
          <p:cNvSpPr>
            <a:spLocks xmlns:a="http://schemas.openxmlformats.org/drawingml/2006/main" noGrp="1"/>
          </p:cNvSpPr>
          <p:nvPr/>
        </p:nvSpPr>
        <p:spPr>
          <a:xfrm xmlns:a="http://schemas.openxmlformats.org/drawingml/2006/main">
            <a:off x="609600" y="32385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Request one reading</a:t>
            </a:r>
          </a:p>
        </p:txBody>
      </p:sp>
      <p:sp>
        <p:nvSpPr>
          <p:cNvPr id="6" name="">
            <a:extLst xmlns:a="http://schemas.openxmlformats.org/drawingml/2006/main">
              <a:ext uri="{FF2B5EF4-FFF2-40B4-BE49-F238E27FC236}">
                <a16:creationId xmlns:a16="http://schemas.microsoft.com/office/drawing/2014/main" id="{A77BC5B6-399D-4EA2-A22F-F1FB70A9C73A}"/>
              </a:ext>
            </a:extLst>
          </p:cNvPr>
          <p:cNvSpPr>
            <a:spLocks xmlns:a="http://schemas.openxmlformats.org/drawingml/2006/main" noGrp="1"/>
          </p:cNvSpPr>
          <p:nvPr/>
        </p:nvSpPr>
        <p:spPr>
          <a:xfrm xmlns:a="http://schemas.openxmlformats.org/drawingml/2006/main">
            <a:off x="609600" y="369570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app opens a connection, reads available values and closes it.</a:t>
            </a:r>
          </a:p>
        </p:txBody>
      </p:sp>
      <p:sp>
        <p:nvSpPr>
          <p:cNvPr id="7" name="">
            <a:extLst xmlns:a="http://schemas.openxmlformats.org/drawingml/2006/main">
              <a:ext uri="{FF2B5EF4-FFF2-40B4-BE49-F238E27FC236}">
                <a16:creationId xmlns:a16="http://schemas.microsoft.com/office/drawing/2014/main" id="{CEF876C1-DF2B-4699-87E3-42E27C8760F1}"/>
              </a:ext>
            </a:extLst>
          </p:cNvPr>
          <p:cNvSpPr>
            <a:spLocks xmlns:a="http://schemas.openxmlformats.org/drawingml/2006/main" noGrp="1"/>
          </p:cNvSpPr>
          <p:nvPr/>
        </p:nvSpPr>
        <p:spPr>
          <a:xfrm xmlns:a="http://schemas.openxmlformats.org/drawingml/2006/main">
            <a:off x="609600" y="5334000"/>
            <a:ext cx="685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779"/>
                </a:solidFill>
                <a:latin typeface="Arial"/>
                <a:ea typeface="Arial"/>
                <a:cs typeface="Arial"/>
              </a:defRPr>
            </a:defPPr>
            <a:lvl1pPr>
              <a:buNone/>
              <a:defRPr sz="1800" b="0">
                <a:solidFill>
                  <a:srgbClr val="526779"/>
                </a:solidFill>
                <a:latin typeface="Arial"/>
                <a:ea typeface="Arial"/>
                <a:cs typeface="Arial"/>
              </a:defRPr>
            </a:lvl1pPr>
            <a:lvl2pPr>
              <a:buNone/>
              <a:defRPr sz="1800" b="0">
                <a:solidFill>
                  <a:srgbClr val="526779"/>
                </a:solidFill>
                <a:latin typeface="Arial"/>
                <a:ea typeface="Arial"/>
                <a:cs typeface="Arial"/>
              </a:defRPr>
            </a:lvl2pPr>
            <a:lvl3pPr>
              <a:buNone/>
              <a:defRPr sz="1800" b="0">
                <a:solidFill>
                  <a:srgbClr val="526779"/>
                </a:solidFill>
                <a:latin typeface="Arial"/>
                <a:ea typeface="Arial"/>
                <a:cs typeface="Arial"/>
              </a:defRPr>
            </a:lvl3pPr>
            <a:lvl4pPr>
              <a:buNone/>
              <a:defRPr sz="1800" b="0">
                <a:solidFill>
                  <a:srgbClr val="526779"/>
                </a:solidFill>
                <a:latin typeface="Arial"/>
                <a:ea typeface="Arial"/>
                <a:cs typeface="Arial"/>
              </a:defRPr>
            </a:lvl4pPr>
            <a:lvl5pPr>
              <a:buNone/>
              <a:defRPr sz="1800" b="0">
                <a:solidFill>
                  <a:srgbClr val="526779"/>
                </a:solidFill>
                <a:latin typeface="Arial"/>
                <a:ea typeface="Arial"/>
                <a:cs typeface="Arial"/>
              </a:defRPr>
            </a:lvl5pPr>
            <a:lvl6pPr>
              <a:buNone/>
              <a:defRPr sz="1800" b="0">
                <a:solidFill>
                  <a:srgbClr val="526779"/>
                </a:solidFill>
                <a:latin typeface="Arial"/>
                <a:ea typeface="Arial"/>
                <a:cs typeface="Arial"/>
              </a:defRPr>
            </a:lvl6pPr>
            <a:lvl7pPr>
              <a:buNone/>
              <a:defRPr sz="1800" b="0">
                <a:solidFill>
                  <a:srgbClr val="526779"/>
                </a:solidFill>
                <a:latin typeface="Arial"/>
                <a:ea typeface="Arial"/>
                <a:cs typeface="Arial"/>
              </a:defRPr>
            </a:lvl7pPr>
            <a:lvl8pPr>
              <a:buNone/>
              <a:defRPr sz="1800" b="0">
                <a:solidFill>
                  <a:srgbClr val="526779"/>
                </a:solidFill>
                <a:latin typeface="Arial"/>
                <a:ea typeface="Arial"/>
                <a:cs typeface="Arial"/>
              </a:defRPr>
            </a:lvl8pPr>
            <a:lvl9pPr>
              <a:buNone/>
              <a:defRPr sz="1800" b="0">
                <a:solidFill>
                  <a:srgbClr val="526779"/>
                </a:solidFill>
                <a:latin typeface="Arial"/>
                <a:ea typeface="Arial"/>
                <a:cs typeface="Arial"/>
              </a:defRPr>
            </a:lvl9pPr>
          </a:lstStyle>
          <a:p xmlns:a="http://schemas.openxmlformats.org/drawingml/2006/main">
            <a:pPr>
              <a:buNone/>
              <a:defRPr sz="1800" b="0">
                <a:solidFill>
                  <a:srgbClr val="526779"/>
                </a:solidFill>
                <a:latin typeface="Arial"/>
                <a:ea typeface="Arial"/>
                <a:cs typeface="Arial"/>
              </a:defRPr>
            </a:pPr>
            <a:r>
              <a:rPr sz="1800" b="0">
                <a:solidFill>
                  <a:srgbClr val="526779"/>
                </a:solidFill>
                <a:latin typeface="Arial"/>
                <a:ea typeface="Arial"/>
                <a:cs typeface="Arial"/>
              </a:rPr>
              <a:t>Interface preview with simulated data.</a:t>
            </a:r>
          </a:p>
          <a:p xmlns:a="http://schemas.openxmlformats.org/drawingml/2006/main">
            <a:pPr>
              <a:buNone/>
              <a:defRPr sz="1800" b="0">
                <a:solidFill>
                  <a:srgbClr val="526779"/>
                </a:solidFill>
                <a:latin typeface="Arial"/>
                <a:ea typeface="Arial"/>
                <a:cs typeface="Arial"/>
              </a:defRPr>
            </a:pPr>
            <a:r>
              <a:rPr sz="1800" b="0">
                <a:solidFill>
                  <a:srgbClr val="526779"/>
                </a:solidFill>
                <a:latin typeface="Arial"/>
                <a:ea typeface="Arial"/>
                <a:cs typeface="Arial"/>
              </a:rPr>
              <a:t>Physical Bluetooth compatibility is pending.</a:t>
            </a:r>
          </a:p>
        </p:txBody>
      </p:sp>
      <p:pic>
        <p:nvPicPr>
          <p:cNvPr id="8" name="">
            <a:extLst xmlns:a="http://schemas.openxmlformats.org/drawingml/2006/main">
              <a:ext uri="{FF2B5EF4-FFF2-40B4-BE49-F238E27FC236}">
                <a16:creationId xmlns:a16="http://schemas.microsoft.com/office/drawing/2014/main" id="{71722394-7445-4CE9-AC80-51582748F470}"/>
              </a:ext>
            </a:extLst>
          </p:cNvPr>
          <p:cNvPicPr>
            <a:picLocks xmlns:a="http://schemas.openxmlformats.org/drawingml/2006/main" noChangeAspect="1"/>
          </p:cNvPicPr>
          <p:nvPr/>
        </p:nvPicPr>
        <p:blipFill>
          <a:blip xmlns:r="http://schemas.openxmlformats.org/officeDocument/2006/relationships" xmlns:a="http://schemas.openxmlformats.org/drawingml/2006/main" r:embed="Ra694c844721347bc"/>
          <a:stretch xmlns:a="http://schemas.openxmlformats.org/drawingml/2006/main"/>
        </p:blipFill>
        <p:spPr>
          <a:xfrm xmlns:a="http://schemas.openxmlformats.org/drawingml/2006/main">
            <a:off x="8577739" y="1257300"/>
            <a:ext cx="2323148" cy="5162550"/>
          </a:xfrm>
          <a:prstGeom xmlns:a="http://schemas.openxmlformats.org/drawingml/2006/main" prst="rect">
            <a:avLst/>
          </a:prstGeom>
        </p:spPr>
      </p:pic>
    </p:spTree>
    <p:extLst>
      <p:ext uri="{BB962C8B-B14F-4D97-AF65-F5344CB8AC3E}">
        <p14:creationId xmlns:p14="http://schemas.microsoft.com/office/powerpoint/2010/main" val="1437724149"/>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A065D0-B296-41E2-8E76-B6755273F089}"/>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Reading vehicle data</a:t>
            </a:r>
          </a:p>
        </p:txBody>
      </p:sp>
      <p:sp>
        <p:nvSpPr>
          <p:cNvPr id="2" name="">
            <a:extLst xmlns:a="http://schemas.openxmlformats.org/drawingml/2006/main">
              <a:ext uri="{FF2B5EF4-FFF2-40B4-BE49-F238E27FC236}">
                <a16:creationId xmlns:a16="http://schemas.microsoft.com/office/drawing/2014/main" id="{A2D9EE1D-6615-40F2-BDFE-332480566E08}"/>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9E35F2E6-AEEF-4CE2-81E9-1C45DBA99D01}"/>
              </a:ext>
            </a:extLst>
          </p:cNvPr>
          <p:cNvSpPr>
            <a:spLocks xmlns:a="http://schemas.openxmlformats.org/drawingml/2006/main" noGrp="1"/>
          </p:cNvSpPr>
          <p:nvPr/>
        </p:nvSpPr>
        <p:spPr>
          <a:xfrm xmlns:a="http://schemas.openxmlformats.org/drawingml/2006/main">
            <a:off x="609600" y="16002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Engine RPM</a:t>
            </a:r>
          </a:p>
        </p:txBody>
      </p:sp>
      <p:sp>
        <p:nvSpPr>
          <p:cNvPr id="4" name="">
            <a:extLst xmlns:a="http://schemas.openxmlformats.org/drawingml/2006/main">
              <a:ext uri="{FF2B5EF4-FFF2-40B4-BE49-F238E27FC236}">
                <a16:creationId xmlns:a16="http://schemas.microsoft.com/office/drawing/2014/main" id="{167D1AD3-32D8-4554-9551-3CF4E2381FCA}"/>
              </a:ext>
            </a:extLst>
          </p:cNvPr>
          <p:cNvSpPr>
            <a:spLocks xmlns:a="http://schemas.openxmlformats.org/drawingml/2006/main" noGrp="1"/>
          </p:cNvSpPr>
          <p:nvPr/>
        </p:nvSpPr>
        <p:spPr>
          <a:xfrm xmlns:a="http://schemas.openxmlformats.org/drawingml/2006/main">
            <a:off x="609600" y="20574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How fast the engine is turning.</a:t>
            </a:r>
          </a:p>
        </p:txBody>
      </p:sp>
      <p:sp>
        <p:nvSpPr>
          <p:cNvPr id="5" name="">
            <a:extLst xmlns:a="http://schemas.openxmlformats.org/drawingml/2006/main">
              <a:ext uri="{FF2B5EF4-FFF2-40B4-BE49-F238E27FC236}">
                <a16:creationId xmlns:a16="http://schemas.microsoft.com/office/drawing/2014/main" id="{36CE8924-D770-4C5B-B355-629027C14341}"/>
              </a:ext>
            </a:extLst>
          </p:cNvPr>
          <p:cNvSpPr>
            <a:spLocks xmlns:a="http://schemas.openxmlformats.org/drawingml/2006/main" noGrp="1"/>
          </p:cNvSpPr>
          <p:nvPr/>
        </p:nvSpPr>
        <p:spPr>
          <a:xfrm xmlns:a="http://schemas.openxmlformats.org/drawingml/2006/main">
            <a:off x="609600" y="30480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Vehicle speed</a:t>
            </a:r>
          </a:p>
        </p:txBody>
      </p:sp>
      <p:sp>
        <p:nvSpPr>
          <p:cNvPr id="6" name="">
            <a:extLst xmlns:a="http://schemas.openxmlformats.org/drawingml/2006/main">
              <a:ext uri="{FF2B5EF4-FFF2-40B4-BE49-F238E27FC236}">
                <a16:creationId xmlns:a16="http://schemas.microsoft.com/office/drawing/2014/main" id="{76547FF8-1E5D-43F1-98CF-7C483AB039BF}"/>
              </a:ext>
            </a:extLst>
          </p:cNvPr>
          <p:cNvSpPr>
            <a:spLocks xmlns:a="http://schemas.openxmlformats.org/drawingml/2006/main" noGrp="1"/>
          </p:cNvSpPr>
          <p:nvPr/>
        </p:nvSpPr>
        <p:spPr>
          <a:xfrm xmlns:a="http://schemas.openxmlformats.org/drawingml/2006/main">
            <a:off x="609600" y="35052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reported vehicle speed in km/h.</a:t>
            </a:r>
          </a:p>
        </p:txBody>
      </p:sp>
      <p:sp>
        <p:nvSpPr>
          <p:cNvPr id="7" name="">
            <a:extLst xmlns:a="http://schemas.openxmlformats.org/drawingml/2006/main">
              <a:ext uri="{FF2B5EF4-FFF2-40B4-BE49-F238E27FC236}">
                <a16:creationId xmlns:a16="http://schemas.microsoft.com/office/drawing/2014/main" id="{87D49F62-1579-4B5F-ACB6-768B52D53FFC}"/>
              </a:ext>
            </a:extLst>
          </p:cNvPr>
          <p:cNvSpPr>
            <a:spLocks xmlns:a="http://schemas.openxmlformats.org/drawingml/2006/main" noGrp="1"/>
          </p:cNvSpPr>
          <p:nvPr/>
        </p:nvSpPr>
        <p:spPr>
          <a:xfrm xmlns:a="http://schemas.openxmlformats.org/drawingml/2006/main">
            <a:off x="609600" y="449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Coolant temperature</a:t>
            </a:r>
          </a:p>
        </p:txBody>
      </p:sp>
      <p:sp>
        <p:nvSpPr>
          <p:cNvPr id="8" name="">
            <a:extLst xmlns:a="http://schemas.openxmlformats.org/drawingml/2006/main">
              <a:ext uri="{FF2B5EF4-FFF2-40B4-BE49-F238E27FC236}">
                <a16:creationId xmlns:a16="http://schemas.microsoft.com/office/drawing/2014/main" id="{57D6631F-BC98-4650-9164-AC63E753EC0F}"/>
              </a:ext>
            </a:extLst>
          </p:cNvPr>
          <p:cNvSpPr>
            <a:spLocks xmlns:a="http://schemas.openxmlformats.org/drawingml/2006/main" noGrp="1"/>
          </p:cNvSpPr>
          <p:nvPr/>
        </p:nvSpPr>
        <p:spPr>
          <a:xfrm xmlns:a="http://schemas.openxmlformats.org/drawingml/2006/main">
            <a:off x="609600" y="49530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reported coolant temperature in °C.</a:t>
            </a:r>
          </a:p>
        </p:txBody>
      </p:sp>
      <p:pic>
        <p:nvPicPr>
          <p:cNvPr id="9" name="">
            <a:extLst xmlns:a="http://schemas.openxmlformats.org/drawingml/2006/main">
              <a:ext uri="{FF2B5EF4-FFF2-40B4-BE49-F238E27FC236}">
                <a16:creationId xmlns:a16="http://schemas.microsoft.com/office/drawing/2014/main" id="{2547114A-B642-43CB-8E60-92CBE404DE9E}"/>
              </a:ext>
            </a:extLst>
          </p:cNvPr>
          <p:cNvPicPr>
            <a:picLocks xmlns:a="http://schemas.openxmlformats.org/drawingml/2006/main" noChangeAspect="1"/>
          </p:cNvPicPr>
          <p:nvPr/>
        </p:nvPicPr>
        <p:blipFill>
          <a:blip xmlns:r="http://schemas.openxmlformats.org/officeDocument/2006/relationships" xmlns:a="http://schemas.openxmlformats.org/drawingml/2006/main" r:embed="R2e6bedb7519c49da"/>
          <a:stretch xmlns:a="http://schemas.openxmlformats.org/drawingml/2006/main"/>
        </p:blipFill>
        <p:spPr>
          <a:xfrm xmlns:a="http://schemas.openxmlformats.org/drawingml/2006/main">
            <a:off x="8577739" y="1257300"/>
            <a:ext cx="2323148" cy="5162550"/>
          </a:xfrm>
          <a:prstGeom xmlns:a="http://schemas.openxmlformats.org/drawingml/2006/main" prst="rect">
            <a:avLst/>
          </a:prstGeom>
        </p:spPr>
      </p:pic>
    </p:spTree>
    <p:extLst>
      <p:ext uri="{BB962C8B-B14F-4D97-AF65-F5344CB8AC3E}">
        <p14:creationId xmlns:p14="http://schemas.microsoft.com/office/powerpoint/2010/main" val="480101555"/>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FC376D-908A-4E9B-BD74-20917EFE7F8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A useful reading history</a:t>
            </a:r>
          </a:p>
        </p:txBody>
      </p:sp>
      <p:sp>
        <p:nvSpPr>
          <p:cNvPr id="2" name="">
            <a:extLst xmlns:a="http://schemas.openxmlformats.org/drawingml/2006/main">
              <a:ext uri="{FF2B5EF4-FFF2-40B4-BE49-F238E27FC236}">
                <a16:creationId xmlns:a16="http://schemas.microsoft.com/office/drawing/2014/main" id="{0E8A878F-3ED7-4F0B-B70A-BE5C44EF21BE}"/>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A8614F8-BA9D-402A-A6CD-C9DA49CC44EE}"/>
              </a:ext>
            </a:extLst>
          </p:cNvPr>
          <p:cNvSpPr>
            <a:spLocks xmlns:a="http://schemas.openxmlformats.org/drawingml/2006/main" noGrp="1"/>
          </p:cNvSpPr>
          <p:nvPr/>
        </p:nvSpPr>
        <p:spPr>
          <a:xfrm xmlns:a="http://schemas.openxmlformats.org/drawingml/2006/main">
            <a:off x="609600" y="161925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Time and source</a:t>
            </a:r>
          </a:p>
        </p:txBody>
      </p:sp>
      <p:sp>
        <p:nvSpPr>
          <p:cNvPr id="4" name="">
            <a:extLst xmlns:a="http://schemas.openxmlformats.org/drawingml/2006/main">
              <a:ext uri="{FF2B5EF4-FFF2-40B4-BE49-F238E27FC236}">
                <a16:creationId xmlns:a16="http://schemas.microsoft.com/office/drawing/2014/main" id="{22A3B77C-D580-4B8A-BB0E-8C165C8A95F9}"/>
              </a:ext>
            </a:extLst>
          </p:cNvPr>
          <p:cNvSpPr>
            <a:spLocks xmlns:a="http://schemas.openxmlformats.org/drawingml/2006/main" noGrp="1"/>
          </p:cNvSpPr>
          <p:nvPr/>
        </p:nvSpPr>
        <p:spPr>
          <a:xfrm xmlns:a="http://schemas.openxmlformats.org/drawingml/2006/main">
            <a:off x="609600" y="207645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Each saved snapshot shows when it was recorded and which reader supplied it.</a:t>
            </a:r>
          </a:p>
        </p:txBody>
      </p:sp>
      <p:sp>
        <p:nvSpPr>
          <p:cNvPr id="5" name="">
            <a:extLst xmlns:a="http://schemas.openxmlformats.org/drawingml/2006/main">
              <a:ext uri="{FF2B5EF4-FFF2-40B4-BE49-F238E27FC236}">
                <a16:creationId xmlns:a16="http://schemas.microsoft.com/office/drawing/2014/main" id="{C5370CCA-3400-408F-8BED-E25D44342887}"/>
              </a:ext>
            </a:extLst>
          </p:cNvPr>
          <p:cNvSpPr>
            <a:spLocks xmlns:a="http://schemas.openxmlformats.org/drawingml/2006/main" noGrp="1"/>
          </p:cNvSpPr>
          <p:nvPr/>
        </p:nvSpPr>
        <p:spPr>
          <a:xfrm xmlns:a="http://schemas.openxmlformats.org/drawingml/2006/main">
            <a:off x="609600" y="333375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Latest 20 readings</a:t>
            </a:r>
          </a:p>
        </p:txBody>
      </p:sp>
      <p:sp>
        <p:nvSpPr>
          <p:cNvPr id="6" name="">
            <a:extLst xmlns:a="http://schemas.openxmlformats.org/drawingml/2006/main">
              <a:ext uri="{FF2B5EF4-FFF2-40B4-BE49-F238E27FC236}">
                <a16:creationId xmlns:a16="http://schemas.microsoft.com/office/drawing/2014/main" id="{7463F183-8D7B-4345-8F42-754B8BF50A5F}"/>
              </a:ext>
            </a:extLst>
          </p:cNvPr>
          <p:cNvSpPr>
            <a:spLocks xmlns:a="http://schemas.openxmlformats.org/drawingml/2006/main" noGrp="1"/>
          </p:cNvSpPr>
          <p:nvPr/>
        </p:nvSpPr>
        <p:spPr>
          <a:xfrm xmlns:a="http://schemas.openxmlformats.org/drawingml/2006/main">
            <a:off x="609600" y="379095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history stays on this phone and is separated by user account.</a:t>
            </a:r>
          </a:p>
        </p:txBody>
      </p:sp>
      <p:sp>
        <p:nvSpPr>
          <p:cNvPr id="7" name="">
            <a:extLst xmlns:a="http://schemas.openxmlformats.org/drawingml/2006/main">
              <a:ext uri="{FF2B5EF4-FFF2-40B4-BE49-F238E27FC236}">
                <a16:creationId xmlns:a16="http://schemas.microsoft.com/office/drawing/2014/main" id="{DADB4C43-E5D9-4FE2-B240-EB638F656BA6}"/>
              </a:ext>
            </a:extLst>
          </p:cNvPr>
          <p:cNvSpPr>
            <a:spLocks xmlns:a="http://schemas.openxmlformats.org/drawingml/2006/main" noGrp="1"/>
          </p:cNvSpPr>
          <p:nvPr/>
        </p:nvSpPr>
        <p:spPr>
          <a:xfrm xmlns:a="http://schemas.openxmlformats.org/drawingml/2006/main">
            <a:off x="609600" y="54768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779"/>
                </a:solidFill>
                <a:latin typeface="Arial"/>
                <a:ea typeface="Arial"/>
                <a:cs typeface="Arial"/>
              </a:defRPr>
            </a:defPPr>
            <a:lvl1pPr>
              <a:buNone/>
              <a:defRPr sz="1800" b="0">
                <a:solidFill>
                  <a:srgbClr val="526779"/>
                </a:solidFill>
                <a:latin typeface="Arial"/>
                <a:ea typeface="Arial"/>
                <a:cs typeface="Arial"/>
              </a:defRPr>
            </a:lvl1pPr>
            <a:lvl2pPr>
              <a:buNone/>
              <a:defRPr sz="1800" b="0">
                <a:solidFill>
                  <a:srgbClr val="526779"/>
                </a:solidFill>
                <a:latin typeface="Arial"/>
                <a:ea typeface="Arial"/>
                <a:cs typeface="Arial"/>
              </a:defRPr>
            </a:lvl2pPr>
            <a:lvl3pPr>
              <a:buNone/>
              <a:defRPr sz="1800" b="0">
                <a:solidFill>
                  <a:srgbClr val="526779"/>
                </a:solidFill>
                <a:latin typeface="Arial"/>
                <a:ea typeface="Arial"/>
                <a:cs typeface="Arial"/>
              </a:defRPr>
            </a:lvl3pPr>
            <a:lvl4pPr>
              <a:buNone/>
              <a:defRPr sz="1800" b="0">
                <a:solidFill>
                  <a:srgbClr val="526779"/>
                </a:solidFill>
                <a:latin typeface="Arial"/>
                <a:ea typeface="Arial"/>
                <a:cs typeface="Arial"/>
              </a:defRPr>
            </a:lvl4pPr>
            <a:lvl5pPr>
              <a:buNone/>
              <a:defRPr sz="1800" b="0">
                <a:solidFill>
                  <a:srgbClr val="526779"/>
                </a:solidFill>
                <a:latin typeface="Arial"/>
                <a:ea typeface="Arial"/>
                <a:cs typeface="Arial"/>
              </a:defRPr>
            </a:lvl5pPr>
            <a:lvl6pPr>
              <a:buNone/>
              <a:defRPr sz="1800" b="0">
                <a:solidFill>
                  <a:srgbClr val="526779"/>
                </a:solidFill>
                <a:latin typeface="Arial"/>
                <a:ea typeface="Arial"/>
                <a:cs typeface="Arial"/>
              </a:defRPr>
            </a:lvl6pPr>
            <a:lvl7pPr>
              <a:buNone/>
              <a:defRPr sz="1800" b="0">
                <a:solidFill>
                  <a:srgbClr val="526779"/>
                </a:solidFill>
                <a:latin typeface="Arial"/>
                <a:ea typeface="Arial"/>
                <a:cs typeface="Arial"/>
              </a:defRPr>
            </a:lvl7pPr>
            <a:lvl8pPr>
              <a:buNone/>
              <a:defRPr sz="1800" b="0">
                <a:solidFill>
                  <a:srgbClr val="526779"/>
                </a:solidFill>
                <a:latin typeface="Arial"/>
                <a:ea typeface="Arial"/>
                <a:cs typeface="Arial"/>
              </a:defRPr>
            </a:lvl8pPr>
            <a:lvl9pPr>
              <a:buNone/>
              <a:defRPr sz="1800" b="0">
                <a:solidFill>
                  <a:srgbClr val="526779"/>
                </a:solidFill>
                <a:latin typeface="Arial"/>
                <a:ea typeface="Arial"/>
                <a:cs typeface="Arial"/>
              </a:defRPr>
            </a:lvl9pPr>
          </a:lstStyle>
          <a:p xmlns:a="http://schemas.openxmlformats.org/drawingml/2006/main">
            <a:pPr>
              <a:buNone/>
              <a:defRPr sz="1800" b="0">
                <a:solidFill>
                  <a:srgbClr val="526779"/>
                </a:solidFill>
                <a:latin typeface="Arial"/>
                <a:ea typeface="Arial"/>
                <a:cs typeface="Arial"/>
              </a:defRPr>
            </a:pPr>
            <a:r>
              <a:rPr sz="1800" b="0">
                <a:solidFill>
                  <a:srgbClr val="526779"/>
                </a:solidFill>
                <a:latin typeface="Arial"/>
                <a:ea typeface="Arial"/>
                <a:cs typeface="Arial"/>
              </a:rPr>
              <a:t>The screenshot uses simulated values to test the interface.</a:t>
            </a:r>
          </a:p>
        </p:txBody>
      </p:sp>
      <p:pic>
        <p:nvPicPr>
          <p:cNvPr id="8" name="">
            <a:extLst xmlns:a="http://schemas.openxmlformats.org/drawingml/2006/main">
              <a:ext uri="{FF2B5EF4-FFF2-40B4-BE49-F238E27FC236}">
                <a16:creationId xmlns:a16="http://schemas.microsoft.com/office/drawing/2014/main" id="{CE315124-C18C-41E5-A37F-86E6CE03C960}"/>
              </a:ext>
            </a:extLst>
          </p:cNvPr>
          <p:cNvPicPr>
            <a:picLocks xmlns:a="http://schemas.openxmlformats.org/drawingml/2006/main" noChangeAspect="1"/>
          </p:cNvPicPr>
          <p:nvPr/>
        </p:nvPicPr>
        <p:blipFill>
          <a:blip xmlns:r="http://schemas.openxmlformats.org/officeDocument/2006/relationships" xmlns:a="http://schemas.openxmlformats.org/drawingml/2006/main" r:embed="R389ed79ea6184c14"/>
          <a:stretch xmlns:a="http://schemas.openxmlformats.org/drawingml/2006/main"/>
        </p:blipFill>
        <p:spPr>
          <a:xfrm xmlns:a="http://schemas.openxmlformats.org/drawingml/2006/main">
            <a:off x="8577739" y="1257300"/>
            <a:ext cx="2323148" cy="5162550"/>
          </a:xfrm>
          <a:prstGeom xmlns:a="http://schemas.openxmlformats.org/drawingml/2006/main" prst="rect">
            <a:avLst/>
          </a:prstGeom>
        </p:spPr>
      </p:pic>
    </p:spTree>
    <p:extLst>
      <p:ext uri="{BB962C8B-B14F-4D97-AF65-F5344CB8AC3E}">
        <p14:creationId xmlns:p14="http://schemas.microsoft.com/office/powerpoint/2010/main" val="528422828"/>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E84226-4A81-4B32-889D-D9DD7427ECCE}"/>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Clear empty and failure states</a:t>
            </a:r>
          </a:p>
        </p:txBody>
      </p:sp>
      <p:sp>
        <p:nvSpPr>
          <p:cNvPr id="2" name="">
            <a:extLst xmlns:a="http://schemas.openxmlformats.org/drawingml/2006/main">
              <a:ext uri="{FF2B5EF4-FFF2-40B4-BE49-F238E27FC236}">
                <a16:creationId xmlns:a16="http://schemas.microsoft.com/office/drawing/2014/main" id="{3B02784A-388D-470E-88FE-684109527267}"/>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24C675F-BF2E-466A-B86A-33B8C126E84D}"/>
              </a:ext>
            </a:extLst>
          </p:cNvPr>
          <p:cNvSpPr>
            <a:spLocks xmlns:a="http://schemas.openxmlformats.org/drawingml/2006/main" noGrp="1"/>
          </p:cNvSpPr>
          <p:nvPr/>
        </p:nvSpPr>
        <p:spPr>
          <a:xfrm xmlns:a="http://schemas.openxmlformats.org/drawingml/2006/main">
            <a:off x="609600" y="15716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No data yet</a:t>
            </a:r>
          </a:p>
        </p:txBody>
      </p:sp>
      <p:sp>
        <p:nvSpPr>
          <p:cNvPr id="4" name="">
            <a:extLst xmlns:a="http://schemas.openxmlformats.org/drawingml/2006/main">
              <a:ext uri="{FF2B5EF4-FFF2-40B4-BE49-F238E27FC236}">
                <a16:creationId xmlns:a16="http://schemas.microsoft.com/office/drawing/2014/main" id="{6C580191-14A1-498D-BF09-37EE7D5AE7A7}"/>
              </a:ext>
            </a:extLst>
          </p:cNvPr>
          <p:cNvSpPr>
            <a:spLocks xmlns:a="http://schemas.openxmlformats.org/drawingml/2006/main" noGrp="1"/>
          </p:cNvSpPr>
          <p:nvPr/>
        </p:nvSpPr>
        <p:spPr>
          <a:xfrm xmlns:a="http://schemas.openxmlformats.org/drawingml/2006/main">
            <a:off x="609600" y="2028825"/>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An empty account shows no invented vehicle values.</a:t>
            </a:r>
          </a:p>
        </p:txBody>
      </p:sp>
      <p:sp>
        <p:nvSpPr>
          <p:cNvPr id="5" name="">
            <a:extLst xmlns:a="http://schemas.openxmlformats.org/drawingml/2006/main">
              <a:ext uri="{FF2B5EF4-FFF2-40B4-BE49-F238E27FC236}">
                <a16:creationId xmlns:a16="http://schemas.microsoft.com/office/drawing/2014/main" id="{BD004876-A350-4B95-901D-0C6E5077F977}"/>
              </a:ext>
            </a:extLst>
          </p:cNvPr>
          <p:cNvSpPr>
            <a:spLocks xmlns:a="http://schemas.openxmlformats.org/drawingml/2006/main" noGrp="1"/>
          </p:cNvSpPr>
          <p:nvPr/>
        </p:nvSpPr>
        <p:spPr>
          <a:xfrm xmlns:a="http://schemas.openxmlformats.org/drawingml/2006/main">
            <a:off x="609600" y="30480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Unsupported value</a:t>
            </a:r>
          </a:p>
        </p:txBody>
      </p:sp>
      <p:sp>
        <p:nvSpPr>
          <p:cNvPr id="6" name="">
            <a:extLst xmlns:a="http://schemas.openxmlformats.org/drawingml/2006/main">
              <a:ext uri="{FF2B5EF4-FFF2-40B4-BE49-F238E27FC236}">
                <a16:creationId xmlns:a16="http://schemas.microsoft.com/office/drawing/2014/main" id="{B20311E1-60E8-47A0-ADFE-83E7783537F3}"/>
              </a:ext>
            </a:extLst>
          </p:cNvPr>
          <p:cNvSpPr>
            <a:spLocks xmlns:a="http://schemas.openxmlformats.org/drawingml/2006/main" noGrp="1"/>
          </p:cNvSpPr>
          <p:nvPr/>
        </p:nvSpPr>
        <p:spPr>
          <a:xfrm xmlns:a="http://schemas.openxmlformats.org/drawingml/2006/main">
            <a:off x="609600" y="350520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“Not available” stays distinct from a valid zero.</a:t>
            </a:r>
          </a:p>
        </p:txBody>
      </p:sp>
      <p:sp>
        <p:nvSpPr>
          <p:cNvPr id="7" name="">
            <a:extLst xmlns:a="http://schemas.openxmlformats.org/drawingml/2006/main">
              <a:ext uri="{FF2B5EF4-FFF2-40B4-BE49-F238E27FC236}">
                <a16:creationId xmlns:a16="http://schemas.microsoft.com/office/drawing/2014/main" id="{8502DF07-FAA0-4727-9107-4768795BEFAC}"/>
              </a:ext>
            </a:extLst>
          </p:cNvPr>
          <p:cNvSpPr>
            <a:spLocks xmlns:a="http://schemas.openxmlformats.org/drawingml/2006/main" noGrp="1"/>
          </p:cNvSpPr>
          <p:nvPr/>
        </p:nvSpPr>
        <p:spPr>
          <a:xfrm xmlns:a="http://schemas.openxmlformats.org/drawingml/2006/main">
            <a:off x="609600" y="452437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Connection problem</a:t>
            </a:r>
          </a:p>
        </p:txBody>
      </p:sp>
      <p:sp>
        <p:nvSpPr>
          <p:cNvPr id="8" name="">
            <a:extLst xmlns:a="http://schemas.openxmlformats.org/drawingml/2006/main">
              <a:ext uri="{FF2B5EF4-FFF2-40B4-BE49-F238E27FC236}">
                <a16:creationId xmlns:a16="http://schemas.microsoft.com/office/drawing/2014/main" id="{7870F8F7-229D-4856-957A-BA9278FD2A73}"/>
              </a:ext>
            </a:extLst>
          </p:cNvPr>
          <p:cNvSpPr>
            <a:spLocks xmlns:a="http://schemas.openxmlformats.org/drawingml/2006/main" noGrp="1"/>
          </p:cNvSpPr>
          <p:nvPr/>
        </p:nvSpPr>
        <p:spPr>
          <a:xfrm xmlns:a="http://schemas.openxmlformats.org/drawingml/2006/main">
            <a:off x="609600" y="4981575"/>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The user sees a retry message and can cancel a request.</a:t>
            </a:r>
          </a:p>
        </p:txBody>
      </p:sp>
      <p:pic>
        <p:nvPicPr>
          <p:cNvPr id="9" name="">
            <a:extLst xmlns:a="http://schemas.openxmlformats.org/drawingml/2006/main">
              <a:ext uri="{FF2B5EF4-FFF2-40B4-BE49-F238E27FC236}">
                <a16:creationId xmlns:a16="http://schemas.microsoft.com/office/drawing/2014/main" id="{0727BB63-11CC-476C-9B25-76BEC4E90084}"/>
              </a:ext>
            </a:extLst>
          </p:cNvPr>
          <p:cNvPicPr>
            <a:picLocks xmlns:a="http://schemas.openxmlformats.org/drawingml/2006/main" noChangeAspect="1"/>
          </p:cNvPicPr>
          <p:nvPr/>
        </p:nvPicPr>
        <p:blipFill>
          <a:blip xmlns:r="http://schemas.openxmlformats.org/officeDocument/2006/relationships" xmlns:a="http://schemas.openxmlformats.org/drawingml/2006/main" r:embed="R25eb15cd1373447d"/>
          <a:stretch xmlns:a="http://schemas.openxmlformats.org/drawingml/2006/main"/>
        </p:blipFill>
        <p:spPr>
          <a:xfrm xmlns:a="http://schemas.openxmlformats.org/drawingml/2006/main">
            <a:off x="8577739" y="1257300"/>
            <a:ext cx="2323148" cy="5162550"/>
          </a:xfrm>
          <a:prstGeom xmlns:a="http://schemas.openxmlformats.org/drawingml/2006/main" prst="rect">
            <a:avLst/>
          </a:prstGeom>
        </p:spPr>
      </p:pic>
    </p:spTree>
    <p:extLst>
      <p:ext uri="{BB962C8B-B14F-4D97-AF65-F5344CB8AC3E}">
        <p14:creationId xmlns:p14="http://schemas.microsoft.com/office/powerpoint/2010/main" val="1732807880"/>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B76D05-AC1A-4CD9-9AF7-5C1728BAA7F9}"/>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Testing results</a:t>
            </a:r>
          </a:p>
        </p:txBody>
      </p:sp>
      <p:sp>
        <p:nvSpPr>
          <p:cNvPr id="2" name="">
            <a:extLst xmlns:a="http://schemas.openxmlformats.org/drawingml/2006/main">
              <a:ext uri="{FF2B5EF4-FFF2-40B4-BE49-F238E27FC236}">
                <a16:creationId xmlns:a16="http://schemas.microsoft.com/office/drawing/2014/main" id="{B0FDDC80-8C26-4D8B-BF43-002EAEE1D05E}"/>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8A72B1E8-6B36-4EB0-BF41-9B7ABAA9AE3C}"/>
              </a:ext>
            </a:extLst>
          </p:cNvPr>
          <p:cNvGraphicFramePr/>
          <p:nvPr/>
        </p:nvGraphicFramePr>
        <p:xfrm>
          <a:off xmlns:a="http://schemas.openxmlformats.org/drawingml/2006/main" x="609600" y="1571625"/>
          <a:ext xmlns:a="http://schemas.openxmlformats.org/drawingml/2006/main" cx="10972800" cy="3238500"/>
        </p:xfrm>
        <a:graphic xmlns:a="http://schemas.openxmlformats.org/drawingml/2006/main">
          <a:graphicData uri="http://schemas.openxmlformats.org/drawingml/2006/table">
            <a:tbl>
              <a:tblPr/>
              <a:tblGrid>
                <a:gridCol w="7143750"/>
                <a:gridCol w="3829050"/>
              </a:tblGrid>
              <a:tr h="647700">
                <a:tc>
                  <a:txBody>
                    <a:bodyPr lIns="152400" tIns="152400" rIns="152400" bIns="152400"/>
                    <a:lstStyle/>
                    <a:p>
                      <a:r>
                        <a:rPr sz="2100" b="1">
                          <a:solidFill>
                            <a:srgbClr val="FFFFFF"/>
                          </a:solidFill>
                          <a:latin typeface="Arial"/>
                          <a:ea typeface="Arial"/>
                          <a:cs typeface="Arial"/>
                        </a:rPr>
                        <a:t>Check</a:t>
                      </a:r>
                    </a:p>
                  </a:txBody>
                  <a:tcPr marL="91440" marR="91440" marT="45720" marB="45720">
                    <a:lnL w="9525">
                      <a:solidFill>
                        <a:srgbClr val="D9E2E8"/>
                      </a:solidFill>
                      <a:prstDash val="solid"/>
                    </a:lnL>
                    <a:lnR w="9525">
                      <a:solidFill>
                        <a:srgbClr val="D9E2E8"/>
                      </a:solidFill>
                      <a:prstDash val="solid"/>
                    </a:lnR>
                    <a:lnT w="9525">
                      <a:solidFill>
                        <a:srgbClr val="D9E2E8"/>
                      </a:solidFill>
                      <a:prstDash val="solid"/>
                    </a:lnT>
                    <a:lnB w="9525">
                      <a:solidFill>
                        <a:srgbClr val="D9E2E8"/>
                      </a:solidFill>
                      <a:prstDash val="solid"/>
                    </a:lnB>
                    <a:solidFill>
                      <a:srgbClr val="173A53"/>
                    </a:solidFill>
                  </a:tcPr>
                </a:tc>
                <a:tc>
                  <a:txBody>
                    <a:bodyPr lIns="152400" tIns="152400" rIns="152400" bIns="152400"/>
                    <a:lstStyle/>
                    <a:p>
                      <a:r>
                        <a:rPr sz="2100" b="1">
                          <a:solidFill>
                            <a:srgbClr val="FFFFFF"/>
                          </a:solidFill>
                          <a:latin typeface="Arial"/>
                          <a:ea typeface="Arial"/>
                          <a:cs typeface="Arial"/>
                        </a:rPr>
                        <a:t>Result</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73A53"/>
                    </a:solidFill>
                  </a:tcPr>
                </a:tc>
              </a:tr>
              <a:tr h="647700">
                <a:tc>
                  <a:txBody>
                    <a:bodyPr lIns="152400" tIns="152400" rIns="152400" bIns="152400"/>
                    <a:lstStyle/>
                    <a:p>
                      <a:r>
                        <a:rPr sz="2100" b="0">
                          <a:solidFill>
                            <a:srgbClr val="173A53"/>
                          </a:solidFill>
                          <a:latin typeface="Arial"/>
                          <a:ea typeface="Arial"/>
                          <a:cs typeface="Arial"/>
                        </a:rPr>
                        <a:t>Input and OBD logic</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lIns="152400" tIns="152400" rIns="152400" bIns="152400"/>
                    <a:lstStyle/>
                    <a:p>
                      <a:r>
                        <a:rPr sz="2100" b="0">
                          <a:solidFill>
                            <a:srgbClr val="173A53"/>
                          </a:solidFill>
                          <a:latin typeface="Arial"/>
                          <a:ea typeface="Arial"/>
                          <a:cs typeface="Arial"/>
                        </a:rPr>
                        <a:t>28 tests passed</a:t>
                      </a:r>
                    </a:p>
                  </a:txBody>
                  <a:tcPr marL="91440" marR="91440" marT="45720" marB="45720">
                    <a:lnR w="9525">
                      <a:solidFill>
                        <a:srgbClr val="D9E2E8"/>
                      </a:solidFill>
                      <a:prstDash val="solid"/>
                    </a:lnR>
                    <a:lnB w="9525">
                      <a:solidFill>
                        <a:srgbClr val="D9E2E8"/>
                      </a:solidFill>
                      <a:prstDash val="solid"/>
                    </a:lnB>
                    <a:solidFill>
                      <a:srgbClr val="FFFFFF"/>
                    </a:solidFill>
                  </a:tcPr>
                </a:tc>
              </a:tr>
              <a:tr h="647700">
                <a:tc>
                  <a:txBody>
                    <a:bodyPr lIns="152400" tIns="152400" rIns="152400" bIns="152400"/>
                    <a:lstStyle/>
                    <a:p>
                      <a:r>
                        <a:rPr sz="2100" b="0">
                          <a:solidFill>
                            <a:srgbClr val="173A53"/>
                          </a:solidFill>
                          <a:latin typeface="Arial"/>
                          <a:ea typeface="Arial"/>
                          <a:cs typeface="Arial"/>
                        </a:rPr>
                        <a:t>Android emulator checks</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3"/>
                    </a:solidFill>
                  </a:tcPr>
                </a:tc>
                <a:tc>
                  <a:txBody>
                    <a:bodyPr lIns="152400" tIns="152400" rIns="152400" bIns="152400"/>
                    <a:lstStyle/>
                    <a:p>
                      <a:r>
                        <a:rPr sz="2100" b="0">
                          <a:solidFill>
                            <a:srgbClr val="173A53"/>
                          </a:solidFill>
                          <a:latin typeface="Arial"/>
                          <a:ea typeface="Arial"/>
                          <a:cs typeface="Arial"/>
                        </a:rPr>
                        <a:t>6 tests passed</a:t>
                      </a:r>
                    </a:p>
                  </a:txBody>
                  <a:tcPr marL="91440" marR="91440" marT="45720" marB="45720">
                    <a:lnR w="9525">
                      <a:solidFill>
                        <a:srgbClr val="D9E2E8"/>
                      </a:solidFill>
                      <a:prstDash val="solid"/>
                    </a:lnR>
                    <a:lnB w="9525">
                      <a:solidFill>
                        <a:srgbClr val="D9E2E8"/>
                      </a:solidFill>
                      <a:prstDash val="solid"/>
                    </a:lnB>
                    <a:solidFill>
                      <a:srgbClr val="EAF0F3"/>
                    </a:solidFill>
                  </a:tcPr>
                </a:tc>
              </a:tr>
              <a:tr h="647700">
                <a:tc>
                  <a:txBody>
                    <a:bodyPr lIns="152400" tIns="152400" rIns="152400" bIns="152400"/>
                    <a:lstStyle/>
                    <a:p>
                      <a:r>
                        <a:rPr sz="2100" b="0">
                          <a:solidFill>
                            <a:srgbClr val="173A53"/>
                          </a:solidFill>
                          <a:latin typeface="Arial"/>
                          <a:ea typeface="Arial"/>
                          <a:cs typeface="Arial"/>
                        </a:rPr>
                        <a:t>Debug and release builds</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lIns="152400" tIns="152400" rIns="152400" bIns="152400"/>
                    <a:lstStyle/>
                    <a:p>
                      <a:r>
                        <a:rPr sz="2100" b="0">
                          <a:solidFill>
                            <a:srgbClr val="173A53"/>
                          </a:solidFill>
                          <a:latin typeface="Arial"/>
                          <a:ea typeface="Arial"/>
                          <a:cs typeface="Arial"/>
                        </a:rPr>
                        <a:t>Passed</a:t>
                      </a:r>
                    </a:p>
                  </a:txBody>
                  <a:tcPr marL="91440" marR="91440" marT="45720" marB="45720">
                    <a:lnR w="9525">
                      <a:solidFill>
                        <a:srgbClr val="D9E2E8"/>
                      </a:solidFill>
                      <a:prstDash val="solid"/>
                    </a:lnR>
                    <a:lnB w="9525">
                      <a:solidFill>
                        <a:srgbClr val="D9E2E8"/>
                      </a:solidFill>
                      <a:prstDash val="solid"/>
                    </a:lnB>
                    <a:solidFill>
                      <a:srgbClr val="FFFFFF"/>
                    </a:solidFill>
                  </a:tcPr>
                </a:tc>
              </a:tr>
              <a:tr h="647700">
                <a:tc>
                  <a:txBody>
                    <a:bodyPr lIns="152400" tIns="152400" rIns="152400" bIns="152400"/>
                    <a:lstStyle/>
                    <a:p>
                      <a:r>
                        <a:rPr sz="2100" b="0">
                          <a:solidFill>
                            <a:srgbClr val="173A53"/>
                          </a:solidFill>
                          <a:latin typeface="Arial"/>
                          <a:ea typeface="Arial"/>
                          <a:cs typeface="Arial"/>
                        </a:rPr>
                        <a:t>Actual reader and vehicle</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3"/>
                    </a:solidFill>
                  </a:tcPr>
                </a:tc>
                <a:tc>
                  <a:txBody>
                    <a:bodyPr lIns="152400" tIns="152400" rIns="152400" bIns="152400"/>
                    <a:lstStyle/>
                    <a:p>
                      <a:r>
                        <a:rPr sz="2100" b="0">
                          <a:solidFill>
                            <a:srgbClr val="173A53"/>
                          </a:solidFill>
                          <a:latin typeface="Arial"/>
                          <a:ea typeface="Arial"/>
                          <a:cs typeface="Arial"/>
                        </a:rPr>
                        <a:t>Pending field test</a:t>
                      </a:r>
                    </a:p>
                  </a:txBody>
                  <a:tcPr marL="91440" marR="91440" marT="45720" marB="45720">
                    <a:lnR w="9525">
                      <a:solidFill>
                        <a:srgbClr val="D9E2E8"/>
                      </a:solidFill>
                      <a:prstDash val="solid"/>
                    </a:lnR>
                    <a:lnB w="9525">
                      <a:solidFill>
                        <a:srgbClr val="D9E2E8"/>
                      </a:solidFill>
                      <a:prstDash val="solid"/>
                    </a:lnB>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4C87A4A9-E703-4C05-94D8-C56766D65E1C}"/>
              </a:ext>
            </a:extLst>
          </p:cNvPr>
          <p:cNvSpPr>
            <a:spLocks xmlns:a="http://schemas.openxmlformats.org/drawingml/2006/main" noGrp="1"/>
          </p:cNvSpPr>
          <p:nvPr/>
        </p:nvSpPr>
        <p:spPr>
          <a:xfrm xmlns:a="http://schemas.openxmlformats.org/drawingml/2006/main">
            <a:off x="609600" y="533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779"/>
                </a:solidFill>
                <a:latin typeface="Arial"/>
                <a:ea typeface="Arial"/>
                <a:cs typeface="Arial"/>
              </a:defRPr>
            </a:defPPr>
            <a:lvl1pPr>
              <a:buNone/>
              <a:defRPr sz="2025" b="0">
                <a:solidFill>
                  <a:srgbClr val="526779"/>
                </a:solidFill>
                <a:latin typeface="Arial"/>
                <a:ea typeface="Arial"/>
                <a:cs typeface="Arial"/>
              </a:defRPr>
            </a:lvl1pPr>
            <a:lvl2pPr>
              <a:buNone/>
              <a:defRPr sz="2025" b="0">
                <a:solidFill>
                  <a:srgbClr val="526779"/>
                </a:solidFill>
                <a:latin typeface="Arial"/>
                <a:ea typeface="Arial"/>
                <a:cs typeface="Arial"/>
              </a:defRPr>
            </a:lvl2pPr>
            <a:lvl3pPr>
              <a:buNone/>
              <a:defRPr sz="2025" b="0">
                <a:solidFill>
                  <a:srgbClr val="526779"/>
                </a:solidFill>
                <a:latin typeface="Arial"/>
                <a:ea typeface="Arial"/>
                <a:cs typeface="Arial"/>
              </a:defRPr>
            </a:lvl3pPr>
            <a:lvl4pPr>
              <a:buNone/>
              <a:defRPr sz="2025" b="0">
                <a:solidFill>
                  <a:srgbClr val="526779"/>
                </a:solidFill>
                <a:latin typeface="Arial"/>
                <a:ea typeface="Arial"/>
                <a:cs typeface="Arial"/>
              </a:defRPr>
            </a:lvl4pPr>
            <a:lvl5pPr>
              <a:buNone/>
              <a:defRPr sz="2025" b="0">
                <a:solidFill>
                  <a:srgbClr val="526779"/>
                </a:solidFill>
                <a:latin typeface="Arial"/>
                <a:ea typeface="Arial"/>
                <a:cs typeface="Arial"/>
              </a:defRPr>
            </a:lvl5pPr>
            <a:lvl6pPr>
              <a:buNone/>
              <a:defRPr sz="2025" b="0">
                <a:solidFill>
                  <a:srgbClr val="526779"/>
                </a:solidFill>
                <a:latin typeface="Arial"/>
                <a:ea typeface="Arial"/>
                <a:cs typeface="Arial"/>
              </a:defRPr>
            </a:lvl6pPr>
            <a:lvl7pPr>
              <a:buNone/>
              <a:defRPr sz="2025" b="0">
                <a:solidFill>
                  <a:srgbClr val="526779"/>
                </a:solidFill>
                <a:latin typeface="Arial"/>
                <a:ea typeface="Arial"/>
                <a:cs typeface="Arial"/>
              </a:defRPr>
            </a:lvl7pPr>
            <a:lvl8pPr>
              <a:buNone/>
              <a:defRPr sz="2025" b="0">
                <a:solidFill>
                  <a:srgbClr val="526779"/>
                </a:solidFill>
                <a:latin typeface="Arial"/>
                <a:ea typeface="Arial"/>
                <a:cs typeface="Arial"/>
              </a:defRPr>
            </a:lvl8pPr>
            <a:lvl9pPr>
              <a:buNone/>
              <a:defRPr sz="2025" b="0">
                <a:solidFill>
                  <a:srgbClr val="526779"/>
                </a:solidFill>
                <a:latin typeface="Arial"/>
                <a:ea typeface="Arial"/>
                <a:cs typeface="Arial"/>
              </a:defRPr>
            </a:lvl9pPr>
          </a:lstStyle>
          <a:p xmlns:a="http://schemas.openxmlformats.org/drawingml/2006/main">
            <a:pPr>
              <a:buNone/>
              <a:defRPr sz="2025" b="0">
                <a:solidFill>
                  <a:srgbClr val="526779"/>
                </a:solidFill>
                <a:latin typeface="Arial"/>
                <a:ea typeface="Arial"/>
                <a:cs typeface="Arial"/>
              </a:defRPr>
            </a:pPr>
            <a:r>
              <a:rPr sz="2025" b="0">
                <a:solidFill>
                  <a:srgbClr val="526779"/>
                </a:solidFill>
                <a:latin typeface="Arial"/>
                <a:ea typeface="Arial"/>
                <a:cs typeface="Arial"/>
              </a:rPr>
              <a:t>Screenshots verify the interface with test data. They do not verify a live vehicle connection.</a:t>
            </a:r>
          </a:p>
        </p:txBody>
      </p:sp>
    </p:spTree>
    <p:extLst>
      <p:ext uri="{BB962C8B-B14F-4D97-AF65-F5344CB8AC3E}">
        <p14:creationId xmlns:p14="http://schemas.microsoft.com/office/powerpoint/2010/main" val="1430825818"/>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444F94-6708-46FE-B8FF-2CBA5932B2CD}"/>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Class demo sequence</a:t>
            </a:r>
          </a:p>
        </p:txBody>
      </p:sp>
      <p:sp>
        <p:nvSpPr>
          <p:cNvPr id="2" name="">
            <a:extLst xmlns:a="http://schemas.openxmlformats.org/drawingml/2006/main">
              <a:ext uri="{FF2B5EF4-FFF2-40B4-BE49-F238E27FC236}">
                <a16:creationId xmlns:a16="http://schemas.microsoft.com/office/drawing/2014/main" id="{237C701D-4FE0-4685-A65C-895D0196C601}"/>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F707014-483A-486B-B64C-C36E0D337CD7}"/>
              </a:ext>
            </a:extLst>
          </p:cNvPr>
          <p:cNvSpPr>
            <a:spLocks xmlns:a="http://schemas.openxmlformats.org/drawingml/2006/main" noGrp="1"/>
          </p:cNvSpPr>
          <p:nvPr/>
        </p:nvSpPr>
        <p:spPr>
          <a:xfrm xmlns:a="http://schemas.openxmlformats.org/drawingml/2006/main">
            <a:off x="609600" y="15716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16D67"/>
                </a:solidFill>
                <a:latin typeface="Arial"/>
                <a:ea typeface="Arial"/>
                <a:cs typeface="Arial"/>
              </a:defRPr>
            </a:defPPr>
            <a:lvl1pPr>
              <a:buNone/>
              <a:defRPr sz="2700" b="1">
                <a:solidFill>
                  <a:srgbClr val="116D67"/>
                </a:solidFill>
                <a:latin typeface="Arial"/>
                <a:ea typeface="Arial"/>
                <a:cs typeface="Arial"/>
              </a:defRPr>
            </a:lvl1pPr>
            <a:lvl2pPr>
              <a:buNone/>
              <a:defRPr sz="2700" b="1">
                <a:solidFill>
                  <a:srgbClr val="116D67"/>
                </a:solidFill>
                <a:latin typeface="Arial"/>
                <a:ea typeface="Arial"/>
                <a:cs typeface="Arial"/>
              </a:defRPr>
            </a:lvl2pPr>
            <a:lvl3pPr>
              <a:buNone/>
              <a:defRPr sz="2700" b="1">
                <a:solidFill>
                  <a:srgbClr val="116D67"/>
                </a:solidFill>
                <a:latin typeface="Arial"/>
                <a:ea typeface="Arial"/>
                <a:cs typeface="Arial"/>
              </a:defRPr>
            </a:lvl3pPr>
            <a:lvl4pPr>
              <a:buNone/>
              <a:defRPr sz="2700" b="1">
                <a:solidFill>
                  <a:srgbClr val="116D67"/>
                </a:solidFill>
                <a:latin typeface="Arial"/>
                <a:ea typeface="Arial"/>
                <a:cs typeface="Arial"/>
              </a:defRPr>
            </a:lvl4pPr>
            <a:lvl5pPr>
              <a:buNone/>
              <a:defRPr sz="2700" b="1">
                <a:solidFill>
                  <a:srgbClr val="116D67"/>
                </a:solidFill>
                <a:latin typeface="Arial"/>
                <a:ea typeface="Arial"/>
                <a:cs typeface="Arial"/>
              </a:defRPr>
            </a:lvl5pPr>
            <a:lvl6pPr>
              <a:buNone/>
              <a:defRPr sz="2700" b="1">
                <a:solidFill>
                  <a:srgbClr val="116D67"/>
                </a:solidFill>
                <a:latin typeface="Arial"/>
                <a:ea typeface="Arial"/>
                <a:cs typeface="Arial"/>
              </a:defRPr>
            </a:lvl6pPr>
            <a:lvl7pPr>
              <a:buNone/>
              <a:defRPr sz="2700" b="1">
                <a:solidFill>
                  <a:srgbClr val="116D67"/>
                </a:solidFill>
                <a:latin typeface="Arial"/>
                <a:ea typeface="Arial"/>
                <a:cs typeface="Arial"/>
              </a:defRPr>
            </a:lvl7pPr>
            <a:lvl8pPr>
              <a:buNone/>
              <a:defRPr sz="2700" b="1">
                <a:solidFill>
                  <a:srgbClr val="116D67"/>
                </a:solidFill>
                <a:latin typeface="Arial"/>
                <a:ea typeface="Arial"/>
                <a:cs typeface="Arial"/>
              </a:defRPr>
            </a:lvl8pPr>
            <a:lvl9pPr>
              <a:buNone/>
              <a:defRPr sz="2700" b="1">
                <a:solidFill>
                  <a:srgbClr val="116D67"/>
                </a:solidFill>
                <a:latin typeface="Arial"/>
                <a:ea typeface="Arial"/>
                <a:cs typeface="Arial"/>
              </a:defRPr>
            </a:lvl9pPr>
          </a:lstStyle>
          <a:p xmlns:a="http://schemas.openxmlformats.org/drawingml/2006/main">
            <a:pPr>
              <a:buNone/>
              <a:defRPr sz="2700" b="1">
                <a:solidFill>
                  <a:srgbClr val="116D67"/>
                </a:solidFill>
                <a:latin typeface="Arial"/>
                <a:ea typeface="Arial"/>
                <a:cs typeface="Arial"/>
              </a:defRPr>
            </a:pPr>
            <a:r>
              <a:rPr sz="2700" b="1">
                <a:solidFill>
                  <a:srgbClr val="116D6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3FAD8E4-CBA5-4B49-860D-3AE5C463219C}"/>
              </a:ext>
            </a:extLst>
          </p:cNvPr>
          <p:cNvSpPr>
            <a:spLocks xmlns:a="http://schemas.openxmlformats.org/drawingml/2006/main" noGrp="1"/>
          </p:cNvSpPr>
          <p:nvPr/>
        </p:nvSpPr>
        <p:spPr>
          <a:xfrm xmlns:a="http://schemas.openxmlformats.org/drawingml/2006/main">
            <a:off x="1466850" y="16287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53"/>
                </a:solidFill>
                <a:latin typeface="Arial"/>
                <a:ea typeface="Arial"/>
                <a:cs typeface="Arial"/>
              </a:defRPr>
            </a:defPPr>
            <a:lvl1pPr>
              <a:buNone/>
              <a:defRPr sz="2100" b="0">
                <a:solidFill>
                  <a:srgbClr val="173A53"/>
                </a:solidFill>
                <a:latin typeface="Arial"/>
                <a:ea typeface="Arial"/>
                <a:cs typeface="Arial"/>
              </a:defRPr>
            </a:lvl1pPr>
            <a:lvl2pPr>
              <a:buNone/>
              <a:defRPr sz="2100" b="0">
                <a:solidFill>
                  <a:srgbClr val="173A53"/>
                </a:solidFill>
                <a:latin typeface="Arial"/>
                <a:ea typeface="Arial"/>
                <a:cs typeface="Arial"/>
              </a:defRPr>
            </a:lvl2pPr>
            <a:lvl3pPr>
              <a:buNone/>
              <a:defRPr sz="2100" b="0">
                <a:solidFill>
                  <a:srgbClr val="173A53"/>
                </a:solidFill>
                <a:latin typeface="Arial"/>
                <a:ea typeface="Arial"/>
                <a:cs typeface="Arial"/>
              </a:defRPr>
            </a:lvl3pPr>
            <a:lvl4pPr>
              <a:buNone/>
              <a:defRPr sz="2100" b="0">
                <a:solidFill>
                  <a:srgbClr val="173A53"/>
                </a:solidFill>
                <a:latin typeface="Arial"/>
                <a:ea typeface="Arial"/>
                <a:cs typeface="Arial"/>
              </a:defRPr>
            </a:lvl4pPr>
            <a:lvl5pPr>
              <a:buNone/>
              <a:defRPr sz="2100" b="0">
                <a:solidFill>
                  <a:srgbClr val="173A53"/>
                </a:solidFill>
                <a:latin typeface="Arial"/>
                <a:ea typeface="Arial"/>
                <a:cs typeface="Arial"/>
              </a:defRPr>
            </a:lvl5pPr>
            <a:lvl6pPr>
              <a:buNone/>
              <a:defRPr sz="2100" b="0">
                <a:solidFill>
                  <a:srgbClr val="173A53"/>
                </a:solidFill>
                <a:latin typeface="Arial"/>
                <a:ea typeface="Arial"/>
                <a:cs typeface="Arial"/>
              </a:defRPr>
            </a:lvl6pPr>
            <a:lvl7pPr>
              <a:buNone/>
              <a:defRPr sz="2100" b="0">
                <a:solidFill>
                  <a:srgbClr val="173A53"/>
                </a:solidFill>
                <a:latin typeface="Arial"/>
                <a:ea typeface="Arial"/>
                <a:cs typeface="Arial"/>
              </a:defRPr>
            </a:lvl7pPr>
            <a:lvl8pPr>
              <a:buNone/>
              <a:defRPr sz="2100" b="0">
                <a:solidFill>
                  <a:srgbClr val="173A53"/>
                </a:solidFill>
                <a:latin typeface="Arial"/>
                <a:ea typeface="Arial"/>
                <a:cs typeface="Arial"/>
              </a:defRPr>
            </a:lvl8pPr>
            <a:lvl9pPr>
              <a:buNone/>
              <a:defRPr sz="2100" b="0">
                <a:solidFill>
                  <a:srgbClr val="173A53"/>
                </a:solidFill>
                <a:latin typeface="Arial"/>
                <a:ea typeface="Arial"/>
                <a:cs typeface="Arial"/>
              </a:defRPr>
            </a:lvl9pPr>
          </a:lstStyle>
          <a:p xmlns:a="http://schemas.openxmlformats.org/drawingml/2006/main">
            <a:pPr>
              <a:buNone/>
              <a:defRPr sz="2100" b="0">
                <a:solidFill>
                  <a:srgbClr val="173A53"/>
                </a:solidFill>
                <a:latin typeface="Arial"/>
                <a:ea typeface="Arial"/>
                <a:cs typeface="Arial"/>
              </a:defRPr>
            </a:pPr>
            <a:r>
              <a:rPr sz="2100" b="0">
                <a:solidFill>
                  <a:srgbClr val="173A53"/>
                </a:solidFill>
                <a:latin typeface="Arial"/>
                <a:ea typeface="Arial"/>
                <a:cs typeface="Arial"/>
              </a:rPr>
              <a:t>Sign in with the team’s Firebase account.</a:t>
            </a:r>
          </a:p>
        </p:txBody>
      </p:sp>
      <p:sp>
        <p:nvSpPr>
          <p:cNvPr id="5" name="">
            <a:extLst xmlns:a="http://schemas.openxmlformats.org/drawingml/2006/main">
              <a:ext uri="{FF2B5EF4-FFF2-40B4-BE49-F238E27FC236}">
                <a16:creationId xmlns:a16="http://schemas.microsoft.com/office/drawing/2014/main" id="{CB358B67-40DF-49D3-923C-7EE52C6B02AD}"/>
              </a:ext>
            </a:extLst>
          </p:cNvPr>
          <p:cNvSpPr>
            <a:spLocks xmlns:a="http://schemas.openxmlformats.org/drawingml/2006/main" noGrp="1"/>
          </p:cNvSpPr>
          <p:nvPr/>
        </p:nvSpPr>
        <p:spPr>
          <a:xfrm xmlns:a="http://schemas.openxmlformats.org/drawingml/2006/main">
            <a:off x="609600" y="24098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16D67"/>
                </a:solidFill>
                <a:latin typeface="Arial"/>
                <a:ea typeface="Arial"/>
                <a:cs typeface="Arial"/>
              </a:defRPr>
            </a:defPPr>
            <a:lvl1pPr>
              <a:buNone/>
              <a:defRPr sz="2700" b="1">
                <a:solidFill>
                  <a:srgbClr val="116D67"/>
                </a:solidFill>
                <a:latin typeface="Arial"/>
                <a:ea typeface="Arial"/>
                <a:cs typeface="Arial"/>
              </a:defRPr>
            </a:lvl1pPr>
            <a:lvl2pPr>
              <a:buNone/>
              <a:defRPr sz="2700" b="1">
                <a:solidFill>
                  <a:srgbClr val="116D67"/>
                </a:solidFill>
                <a:latin typeface="Arial"/>
                <a:ea typeface="Arial"/>
                <a:cs typeface="Arial"/>
              </a:defRPr>
            </a:lvl2pPr>
            <a:lvl3pPr>
              <a:buNone/>
              <a:defRPr sz="2700" b="1">
                <a:solidFill>
                  <a:srgbClr val="116D67"/>
                </a:solidFill>
                <a:latin typeface="Arial"/>
                <a:ea typeface="Arial"/>
                <a:cs typeface="Arial"/>
              </a:defRPr>
            </a:lvl3pPr>
            <a:lvl4pPr>
              <a:buNone/>
              <a:defRPr sz="2700" b="1">
                <a:solidFill>
                  <a:srgbClr val="116D67"/>
                </a:solidFill>
                <a:latin typeface="Arial"/>
                <a:ea typeface="Arial"/>
                <a:cs typeface="Arial"/>
              </a:defRPr>
            </a:lvl4pPr>
            <a:lvl5pPr>
              <a:buNone/>
              <a:defRPr sz="2700" b="1">
                <a:solidFill>
                  <a:srgbClr val="116D67"/>
                </a:solidFill>
                <a:latin typeface="Arial"/>
                <a:ea typeface="Arial"/>
                <a:cs typeface="Arial"/>
              </a:defRPr>
            </a:lvl5pPr>
            <a:lvl6pPr>
              <a:buNone/>
              <a:defRPr sz="2700" b="1">
                <a:solidFill>
                  <a:srgbClr val="116D67"/>
                </a:solidFill>
                <a:latin typeface="Arial"/>
                <a:ea typeface="Arial"/>
                <a:cs typeface="Arial"/>
              </a:defRPr>
            </a:lvl6pPr>
            <a:lvl7pPr>
              <a:buNone/>
              <a:defRPr sz="2700" b="1">
                <a:solidFill>
                  <a:srgbClr val="116D67"/>
                </a:solidFill>
                <a:latin typeface="Arial"/>
                <a:ea typeface="Arial"/>
                <a:cs typeface="Arial"/>
              </a:defRPr>
            </a:lvl7pPr>
            <a:lvl8pPr>
              <a:buNone/>
              <a:defRPr sz="2700" b="1">
                <a:solidFill>
                  <a:srgbClr val="116D67"/>
                </a:solidFill>
                <a:latin typeface="Arial"/>
                <a:ea typeface="Arial"/>
                <a:cs typeface="Arial"/>
              </a:defRPr>
            </a:lvl8pPr>
            <a:lvl9pPr>
              <a:buNone/>
              <a:defRPr sz="2700" b="1">
                <a:solidFill>
                  <a:srgbClr val="116D67"/>
                </a:solidFill>
                <a:latin typeface="Arial"/>
                <a:ea typeface="Arial"/>
                <a:cs typeface="Arial"/>
              </a:defRPr>
            </a:lvl9pPr>
          </a:lstStyle>
          <a:p xmlns:a="http://schemas.openxmlformats.org/drawingml/2006/main">
            <a:pPr>
              <a:buNone/>
              <a:defRPr sz="2700" b="1">
                <a:solidFill>
                  <a:srgbClr val="116D67"/>
                </a:solidFill>
                <a:latin typeface="Arial"/>
                <a:ea typeface="Arial"/>
                <a:cs typeface="Arial"/>
              </a:defRPr>
            </a:pPr>
            <a:r>
              <a:rPr sz="2700" b="1">
                <a:solidFill>
                  <a:srgbClr val="116D6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DD794F6-639A-464F-B304-4FDE74F6E665}"/>
              </a:ext>
            </a:extLst>
          </p:cNvPr>
          <p:cNvSpPr>
            <a:spLocks xmlns:a="http://schemas.openxmlformats.org/drawingml/2006/main" noGrp="1"/>
          </p:cNvSpPr>
          <p:nvPr/>
        </p:nvSpPr>
        <p:spPr>
          <a:xfrm xmlns:a="http://schemas.openxmlformats.org/drawingml/2006/main">
            <a:off x="1466850" y="24669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53"/>
                </a:solidFill>
                <a:latin typeface="Arial"/>
                <a:ea typeface="Arial"/>
                <a:cs typeface="Arial"/>
              </a:defRPr>
            </a:defPPr>
            <a:lvl1pPr>
              <a:buNone/>
              <a:defRPr sz="2100" b="0">
                <a:solidFill>
                  <a:srgbClr val="173A53"/>
                </a:solidFill>
                <a:latin typeface="Arial"/>
                <a:ea typeface="Arial"/>
                <a:cs typeface="Arial"/>
              </a:defRPr>
            </a:lvl1pPr>
            <a:lvl2pPr>
              <a:buNone/>
              <a:defRPr sz="2100" b="0">
                <a:solidFill>
                  <a:srgbClr val="173A53"/>
                </a:solidFill>
                <a:latin typeface="Arial"/>
                <a:ea typeface="Arial"/>
                <a:cs typeface="Arial"/>
              </a:defRPr>
            </a:lvl2pPr>
            <a:lvl3pPr>
              <a:buNone/>
              <a:defRPr sz="2100" b="0">
                <a:solidFill>
                  <a:srgbClr val="173A53"/>
                </a:solidFill>
                <a:latin typeface="Arial"/>
                <a:ea typeface="Arial"/>
                <a:cs typeface="Arial"/>
              </a:defRPr>
            </a:lvl3pPr>
            <a:lvl4pPr>
              <a:buNone/>
              <a:defRPr sz="2100" b="0">
                <a:solidFill>
                  <a:srgbClr val="173A53"/>
                </a:solidFill>
                <a:latin typeface="Arial"/>
                <a:ea typeface="Arial"/>
                <a:cs typeface="Arial"/>
              </a:defRPr>
            </a:lvl4pPr>
            <a:lvl5pPr>
              <a:buNone/>
              <a:defRPr sz="2100" b="0">
                <a:solidFill>
                  <a:srgbClr val="173A53"/>
                </a:solidFill>
                <a:latin typeface="Arial"/>
                <a:ea typeface="Arial"/>
                <a:cs typeface="Arial"/>
              </a:defRPr>
            </a:lvl5pPr>
            <a:lvl6pPr>
              <a:buNone/>
              <a:defRPr sz="2100" b="0">
                <a:solidFill>
                  <a:srgbClr val="173A53"/>
                </a:solidFill>
                <a:latin typeface="Arial"/>
                <a:ea typeface="Arial"/>
                <a:cs typeface="Arial"/>
              </a:defRPr>
            </a:lvl6pPr>
            <a:lvl7pPr>
              <a:buNone/>
              <a:defRPr sz="2100" b="0">
                <a:solidFill>
                  <a:srgbClr val="173A53"/>
                </a:solidFill>
                <a:latin typeface="Arial"/>
                <a:ea typeface="Arial"/>
                <a:cs typeface="Arial"/>
              </a:defRPr>
            </a:lvl7pPr>
            <a:lvl8pPr>
              <a:buNone/>
              <a:defRPr sz="2100" b="0">
                <a:solidFill>
                  <a:srgbClr val="173A53"/>
                </a:solidFill>
                <a:latin typeface="Arial"/>
                <a:ea typeface="Arial"/>
                <a:cs typeface="Arial"/>
              </a:defRPr>
            </a:lvl8pPr>
            <a:lvl9pPr>
              <a:buNone/>
              <a:defRPr sz="2100" b="0">
                <a:solidFill>
                  <a:srgbClr val="173A53"/>
                </a:solidFill>
                <a:latin typeface="Arial"/>
                <a:ea typeface="Arial"/>
                <a:cs typeface="Arial"/>
              </a:defRPr>
            </a:lvl9pPr>
          </a:lstStyle>
          <a:p xmlns:a="http://schemas.openxmlformats.org/drawingml/2006/main">
            <a:pPr>
              <a:buNone/>
              <a:defRPr sz="2100" b="0">
                <a:solidFill>
                  <a:srgbClr val="173A53"/>
                </a:solidFill>
                <a:latin typeface="Arial"/>
                <a:ea typeface="Arial"/>
                <a:cs typeface="Arial"/>
              </a:defRPr>
            </a:pPr>
            <a:r>
              <a:rPr sz="2100" b="0">
                <a:solidFill>
                  <a:srgbClr val="173A53"/>
                </a:solidFill>
                <a:latin typeface="Arial"/>
                <a:ea typeface="Arial"/>
                <a:cs typeface="Arial"/>
              </a:rPr>
              <a:t>Show the actual OBD reader and explain its role.</a:t>
            </a:r>
          </a:p>
        </p:txBody>
      </p:sp>
      <p:sp>
        <p:nvSpPr>
          <p:cNvPr id="7" name="">
            <a:extLst xmlns:a="http://schemas.openxmlformats.org/drawingml/2006/main">
              <a:ext uri="{FF2B5EF4-FFF2-40B4-BE49-F238E27FC236}">
                <a16:creationId xmlns:a16="http://schemas.microsoft.com/office/drawing/2014/main" id="{D4155D21-5EDA-41B4-89B0-BC4570399481}"/>
              </a:ext>
            </a:extLst>
          </p:cNvPr>
          <p:cNvSpPr>
            <a:spLocks xmlns:a="http://schemas.openxmlformats.org/drawingml/2006/main" noGrp="1"/>
          </p:cNvSpPr>
          <p:nvPr/>
        </p:nvSpPr>
        <p:spPr>
          <a:xfrm xmlns:a="http://schemas.openxmlformats.org/drawingml/2006/main">
            <a:off x="609600" y="32480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16D67"/>
                </a:solidFill>
                <a:latin typeface="Arial"/>
                <a:ea typeface="Arial"/>
                <a:cs typeface="Arial"/>
              </a:defRPr>
            </a:defPPr>
            <a:lvl1pPr>
              <a:buNone/>
              <a:defRPr sz="2700" b="1">
                <a:solidFill>
                  <a:srgbClr val="116D67"/>
                </a:solidFill>
                <a:latin typeface="Arial"/>
                <a:ea typeface="Arial"/>
                <a:cs typeface="Arial"/>
              </a:defRPr>
            </a:lvl1pPr>
            <a:lvl2pPr>
              <a:buNone/>
              <a:defRPr sz="2700" b="1">
                <a:solidFill>
                  <a:srgbClr val="116D67"/>
                </a:solidFill>
                <a:latin typeface="Arial"/>
                <a:ea typeface="Arial"/>
                <a:cs typeface="Arial"/>
              </a:defRPr>
            </a:lvl2pPr>
            <a:lvl3pPr>
              <a:buNone/>
              <a:defRPr sz="2700" b="1">
                <a:solidFill>
                  <a:srgbClr val="116D67"/>
                </a:solidFill>
                <a:latin typeface="Arial"/>
                <a:ea typeface="Arial"/>
                <a:cs typeface="Arial"/>
              </a:defRPr>
            </a:lvl3pPr>
            <a:lvl4pPr>
              <a:buNone/>
              <a:defRPr sz="2700" b="1">
                <a:solidFill>
                  <a:srgbClr val="116D67"/>
                </a:solidFill>
                <a:latin typeface="Arial"/>
                <a:ea typeface="Arial"/>
                <a:cs typeface="Arial"/>
              </a:defRPr>
            </a:lvl4pPr>
            <a:lvl5pPr>
              <a:buNone/>
              <a:defRPr sz="2700" b="1">
                <a:solidFill>
                  <a:srgbClr val="116D67"/>
                </a:solidFill>
                <a:latin typeface="Arial"/>
                <a:ea typeface="Arial"/>
                <a:cs typeface="Arial"/>
              </a:defRPr>
            </a:lvl5pPr>
            <a:lvl6pPr>
              <a:buNone/>
              <a:defRPr sz="2700" b="1">
                <a:solidFill>
                  <a:srgbClr val="116D67"/>
                </a:solidFill>
                <a:latin typeface="Arial"/>
                <a:ea typeface="Arial"/>
                <a:cs typeface="Arial"/>
              </a:defRPr>
            </a:lvl6pPr>
            <a:lvl7pPr>
              <a:buNone/>
              <a:defRPr sz="2700" b="1">
                <a:solidFill>
                  <a:srgbClr val="116D67"/>
                </a:solidFill>
                <a:latin typeface="Arial"/>
                <a:ea typeface="Arial"/>
                <a:cs typeface="Arial"/>
              </a:defRPr>
            </a:lvl7pPr>
            <a:lvl8pPr>
              <a:buNone/>
              <a:defRPr sz="2700" b="1">
                <a:solidFill>
                  <a:srgbClr val="116D67"/>
                </a:solidFill>
                <a:latin typeface="Arial"/>
                <a:ea typeface="Arial"/>
                <a:cs typeface="Arial"/>
              </a:defRPr>
            </a:lvl8pPr>
            <a:lvl9pPr>
              <a:buNone/>
              <a:defRPr sz="2700" b="1">
                <a:solidFill>
                  <a:srgbClr val="116D67"/>
                </a:solidFill>
                <a:latin typeface="Arial"/>
                <a:ea typeface="Arial"/>
                <a:cs typeface="Arial"/>
              </a:defRPr>
            </a:lvl9pPr>
          </a:lstStyle>
          <a:p xmlns:a="http://schemas.openxmlformats.org/drawingml/2006/main">
            <a:pPr>
              <a:buNone/>
              <a:defRPr sz="2700" b="1">
                <a:solidFill>
                  <a:srgbClr val="116D67"/>
                </a:solidFill>
                <a:latin typeface="Arial"/>
                <a:ea typeface="Arial"/>
                <a:cs typeface="Arial"/>
              </a:defRPr>
            </a:pPr>
            <a:r>
              <a:rPr sz="2700" b="1">
                <a:solidFill>
                  <a:srgbClr val="116D67"/>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D9D129CD-D92F-49FB-8511-45DD4CF04B6D}"/>
              </a:ext>
            </a:extLst>
          </p:cNvPr>
          <p:cNvSpPr>
            <a:spLocks xmlns:a="http://schemas.openxmlformats.org/drawingml/2006/main" noGrp="1"/>
          </p:cNvSpPr>
          <p:nvPr/>
        </p:nvSpPr>
        <p:spPr>
          <a:xfrm xmlns:a="http://schemas.openxmlformats.org/drawingml/2006/main">
            <a:off x="1466850" y="33051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53"/>
                </a:solidFill>
                <a:latin typeface="Arial"/>
                <a:ea typeface="Arial"/>
                <a:cs typeface="Arial"/>
              </a:defRPr>
            </a:defPPr>
            <a:lvl1pPr>
              <a:buNone/>
              <a:defRPr sz="2100" b="0">
                <a:solidFill>
                  <a:srgbClr val="173A53"/>
                </a:solidFill>
                <a:latin typeface="Arial"/>
                <a:ea typeface="Arial"/>
                <a:cs typeface="Arial"/>
              </a:defRPr>
            </a:lvl1pPr>
            <a:lvl2pPr>
              <a:buNone/>
              <a:defRPr sz="2100" b="0">
                <a:solidFill>
                  <a:srgbClr val="173A53"/>
                </a:solidFill>
                <a:latin typeface="Arial"/>
                <a:ea typeface="Arial"/>
                <a:cs typeface="Arial"/>
              </a:defRPr>
            </a:lvl2pPr>
            <a:lvl3pPr>
              <a:buNone/>
              <a:defRPr sz="2100" b="0">
                <a:solidFill>
                  <a:srgbClr val="173A53"/>
                </a:solidFill>
                <a:latin typeface="Arial"/>
                <a:ea typeface="Arial"/>
                <a:cs typeface="Arial"/>
              </a:defRPr>
            </a:lvl3pPr>
            <a:lvl4pPr>
              <a:buNone/>
              <a:defRPr sz="2100" b="0">
                <a:solidFill>
                  <a:srgbClr val="173A53"/>
                </a:solidFill>
                <a:latin typeface="Arial"/>
                <a:ea typeface="Arial"/>
                <a:cs typeface="Arial"/>
              </a:defRPr>
            </a:lvl4pPr>
            <a:lvl5pPr>
              <a:buNone/>
              <a:defRPr sz="2100" b="0">
                <a:solidFill>
                  <a:srgbClr val="173A53"/>
                </a:solidFill>
                <a:latin typeface="Arial"/>
                <a:ea typeface="Arial"/>
                <a:cs typeface="Arial"/>
              </a:defRPr>
            </a:lvl5pPr>
            <a:lvl6pPr>
              <a:buNone/>
              <a:defRPr sz="2100" b="0">
                <a:solidFill>
                  <a:srgbClr val="173A53"/>
                </a:solidFill>
                <a:latin typeface="Arial"/>
                <a:ea typeface="Arial"/>
                <a:cs typeface="Arial"/>
              </a:defRPr>
            </a:lvl6pPr>
            <a:lvl7pPr>
              <a:buNone/>
              <a:defRPr sz="2100" b="0">
                <a:solidFill>
                  <a:srgbClr val="173A53"/>
                </a:solidFill>
                <a:latin typeface="Arial"/>
                <a:ea typeface="Arial"/>
                <a:cs typeface="Arial"/>
              </a:defRPr>
            </a:lvl7pPr>
            <a:lvl8pPr>
              <a:buNone/>
              <a:defRPr sz="2100" b="0">
                <a:solidFill>
                  <a:srgbClr val="173A53"/>
                </a:solidFill>
                <a:latin typeface="Arial"/>
                <a:ea typeface="Arial"/>
                <a:cs typeface="Arial"/>
              </a:defRPr>
            </a:lvl8pPr>
            <a:lvl9pPr>
              <a:buNone/>
              <a:defRPr sz="2100" b="0">
                <a:solidFill>
                  <a:srgbClr val="173A53"/>
                </a:solidFill>
                <a:latin typeface="Arial"/>
                <a:ea typeface="Arial"/>
                <a:cs typeface="Arial"/>
              </a:defRPr>
            </a:lvl9pPr>
          </a:lstStyle>
          <a:p xmlns:a="http://schemas.openxmlformats.org/drawingml/2006/main">
            <a:pPr>
              <a:buNone/>
              <a:defRPr sz="2100" b="0">
                <a:solidFill>
                  <a:srgbClr val="173A53"/>
                </a:solidFill>
                <a:latin typeface="Arial"/>
                <a:ea typeface="Arial"/>
                <a:cs typeface="Arial"/>
              </a:defRPr>
            </a:pPr>
            <a:r>
              <a:rPr sz="2100" b="0">
                <a:solidFill>
                  <a:srgbClr val="173A53"/>
                </a:solidFill>
                <a:latin typeface="Arial"/>
                <a:ea typeface="Arial"/>
                <a:cs typeface="Arial"/>
              </a:rPr>
              <a:t>Select the paired reader on a physical Android phone.</a:t>
            </a:r>
          </a:p>
        </p:txBody>
      </p:sp>
      <p:sp>
        <p:nvSpPr>
          <p:cNvPr id="9" name="">
            <a:extLst xmlns:a="http://schemas.openxmlformats.org/drawingml/2006/main">
              <a:ext uri="{FF2B5EF4-FFF2-40B4-BE49-F238E27FC236}">
                <a16:creationId xmlns:a16="http://schemas.microsoft.com/office/drawing/2014/main" id="{2B538231-E22A-4F2B-9F7F-D6FB3EF2C4F7}"/>
              </a:ext>
            </a:extLst>
          </p:cNvPr>
          <p:cNvSpPr>
            <a:spLocks xmlns:a="http://schemas.openxmlformats.org/drawingml/2006/main" noGrp="1"/>
          </p:cNvSpPr>
          <p:nvPr/>
        </p:nvSpPr>
        <p:spPr>
          <a:xfrm xmlns:a="http://schemas.openxmlformats.org/drawingml/2006/main">
            <a:off x="609600" y="40862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16D67"/>
                </a:solidFill>
                <a:latin typeface="Arial"/>
                <a:ea typeface="Arial"/>
                <a:cs typeface="Arial"/>
              </a:defRPr>
            </a:defPPr>
            <a:lvl1pPr>
              <a:buNone/>
              <a:defRPr sz="2700" b="1">
                <a:solidFill>
                  <a:srgbClr val="116D67"/>
                </a:solidFill>
                <a:latin typeface="Arial"/>
                <a:ea typeface="Arial"/>
                <a:cs typeface="Arial"/>
              </a:defRPr>
            </a:lvl1pPr>
            <a:lvl2pPr>
              <a:buNone/>
              <a:defRPr sz="2700" b="1">
                <a:solidFill>
                  <a:srgbClr val="116D67"/>
                </a:solidFill>
                <a:latin typeface="Arial"/>
                <a:ea typeface="Arial"/>
                <a:cs typeface="Arial"/>
              </a:defRPr>
            </a:lvl2pPr>
            <a:lvl3pPr>
              <a:buNone/>
              <a:defRPr sz="2700" b="1">
                <a:solidFill>
                  <a:srgbClr val="116D67"/>
                </a:solidFill>
                <a:latin typeface="Arial"/>
                <a:ea typeface="Arial"/>
                <a:cs typeface="Arial"/>
              </a:defRPr>
            </a:lvl3pPr>
            <a:lvl4pPr>
              <a:buNone/>
              <a:defRPr sz="2700" b="1">
                <a:solidFill>
                  <a:srgbClr val="116D67"/>
                </a:solidFill>
                <a:latin typeface="Arial"/>
                <a:ea typeface="Arial"/>
                <a:cs typeface="Arial"/>
              </a:defRPr>
            </a:lvl4pPr>
            <a:lvl5pPr>
              <a:buNone/>
              <a:defRPr sz="2700" b="1">
                <a:solidFill>
                  <a:srgbClr val="116D67"/>
                </a:solidFill>
                <a:latin typeface="Arial"/>
                <a:ea typeface="Arial"/>
                <a:cs typeface="Arial"/>
              </a:defRPr>
            </a:lvl5pPr>
            <a:lvl6pPr>
              <a:buNone/>
              <a:defRPr sz="2700" b="1">
                <a:solidFill>
                  <a:srgbClr val="116D67"/>
                </a:solidFill>
                <a:latin typeface="Arial"/>
                <a:ea typeface="Arial"/>
                <a:cs typeface="Arial"/>
              </a:defRPr>
            </a:lvl6pPr>
            <a:lvl7pPr>
              <a:buNone/>
              <a:defRPr sz="2700" b="1">
                <a:solidFill>
                  <a:srgbClr val="116D67"/>
                </a:solidFill>
                <a:latin typeface="Arial"/>
                <a:ea typeface="Arial"/>
                <a:cs typeface="Arial"/>
              </a:defRPr>
            </a:lvl7pPr>
            <a:lvl8pPr>
              <a:buNone/>
              <a:defRPr sz="2700" b="1">
                <a:solidFill>
                  <a:srgbClr val="116D67"/>
                </a:solidFill>
                <a:latin typeface="Arial"/>
                <a:ea typeface="Arial"/>
                <a:cs typeface="Arial"/>
              </a:defRPr>
            </a:lvl8pPr>
            <a:lvl9pPr>
              <a:buNone/>
              <a:defRPr sz="2700" b="1">
                <a:solidFill>
                  <a:srgbClr val="116D67"/>
                </a:solidFill>
                <a:latin typeface="Arial"/>
                <a:ea typeface="Arial"/>
                <a:cs typeface="Arial"/>
              </a:defRPr>
            </a:lvl9pPr>
          </a:lstStyle>
          <a:p xmlns:a="http://schemas.openxmlformats.org/drawingml/2006/main">
            <a:pPr>
              <a:buNone/>
              <a:defRPr sz="2700" b="1">
                <a:solidFill>
                  <a:srgbClr val="116D67"/>
                </a:solidFill>
                <a:latin typeface="Arial"/>
                <a:ea typeface="Arial"/>
                <a:cs typeface="Arial"/>
              </a:defRPr>
            </a:pPr>
            <a:r>
              <a:rPr sz="2700" b="1">
                <a:solidFill>
                  <a:srgbClr val="116D67"/>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463575C-968F-472D-B3C8-9D96C02257BD}"/>
              </a:ext>
            </a:extLst>
          </p:cNvPr>
          <p:cNvSpPr>
            <a:spLocks xmlns:a="http://schemas.openxmlformats.org/drawingml/2006/main" noGrp="1"/>
          </p:cNvSpPr>
          <p:nvPr/>
        </p:nvSpPr>
        <p:spPr>
          <a:xfrm xmlns:a="http://schemas.openxmlformats.org/drawingml/2006/main">
            <a:off x="1466850" y="41433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53"/>
                </a:solidFill>
                <a:latin typeface="Arial"/>
                <a:ea typeface="Arial"/>
                <a:cs typeface="Arial"/>
              </a:defRPr>
            </a:defPPr>
            <a:lvl1pPr>
              <a:buNone/>
              <a:defRPr sz="2100" b="0">
                <a:solidFill>
                  <a:srgbClr val="173A53"/>
                </a:solidFill>
                <a:latin typeface="Arial"/>
                <a:ea typeface="Arial"/>
                <a:cs typeface="Arial"/>
              </a:defRPr>
            </a:lvl1pPr>
            <a:lvl2pPr>
              <a:buNone/>
              <a:defRPr sz="2100" b="0">
                <a:solidFill>
                  <a:srgbClr val="173A53"/>
                </a:solidFill>
                <a:latin typeface="Arial"/>
                <a:ea typeface="Arial"/>
                <a:cs typeface="Arial"/>
              </a:defRPr>
            </a:lvl2pPr>
            <a:lvl3pPr>
              <a:buNone/>
              <a:defRPr sz="2100" b="0">
                <a:solidFill>
                  <a:srgbClr val="173A53"/>
                </a:solidFill>
                <a:latin typeface="Arial"/>
                <a:ea typeface="Arial"/>
                <a:cs typeface="Arial"/>
              </a:defRPr>
            </a:lvl3pPr>
            <a:lvl4pPr>
              <a:buNone/>
              <a:defRPr sz="2100" b="0">
                <a:solidFill>
                  <a:srgbClr val="173A53"/>
                </a:solidFill>
                <a:latin typeface="Arial"/>
                <a:ea typeface="Arial"/>
                <a:cs typeface="Arial"/>
              </a:defRPr>
            </a:lvl4pPr>
            <a:lvl5pPr>
              <a:buNone/>
              <a:defRPr sz="2100" b="0">
                <a:solidFill>
                  <a:srgbClr val="173A53"/>
                </a:solidFill>
                <a:latin typeface="Arial"/>
                <a:ea typeface="Arial"/>
                <a:cs typeface="Arial"/>
              </a:defRPr>
            </a:lvl5pPr>
            <a:lvl6pPr>
              <a:buNone/>
              <a:defRPr sz="2100" b="0">
                <a:solidFill>
                  <a:srgbClr val="173A53"/>
                </a:solidFill>
                <a:latin typeface="Arial"/>
                <a:ea typeface="Arial"/>
                <a:cs typeface="Arial"/>
              </a:defRPr>
            </a:lvl6pPr>
            <a:lvl7pPr>
              <a:buNone/>
              <a:defRPr sz="2100" b="0">
                <a:solidFill>
                  <a:srgbClr val="173A53"/>
                </a:solidFill>
                <a:latin typeface="Arial"/>
                <a:ea typeface="Arial"/>
                <a:cs typeface="Arial"/>
              </a:defRPr>
            </a:lvl7pPr>
            <a:lvl8pPr>
              <a:buNone/>
              <a:defRPr sz="2100" b="0">
                <a:solidFill>
                  <a:srgbClr val="173A53"/>
                </a:solidFill>
                <a:latin typeface="Arial"/>
                <a:ea typeface="Arial"/>
                <a:cs typeface="Arial"/>
              </a:defRPr>
            </a:lvl8pPr>
            <a:lvl9pPr>
              <a:buNone/>
              <a:defRPr sz="2100" b="0">
                <a:solidFill>
                  <a:srgbClr val="173A53"/>
                </a:solidFill>
                <a:latin typeface="Arial"/>
                <a:ea typeface="Arial"/>
                <a:cs typeface="Arial"/>
              </a:defRPr>
            </a:lvl9pPr>
          </a:lstStyle>
          <a:p xmlns:a="http://schemas.openxmlformats.org/drawingml/2006/main">
            <a:pPr>
              <a:buNone/>
              <a:defRPr sz="2100" b="0">
                <a:solidFill>
                  <a:srgbClr val="173A53"/>
                </a:solidFill>
                <a:latin typeface="Arial"/>
                <a:ea typeface="Arial"/>
                <a:cs typeface="Arial"/>
              </a:defRPr>
            </a:pPr>
            <a:r>
              <a:rPr sz="2100" b="0">
                <a:solidFill>
                  <a:srgbClr val="173A53"/>
                </a:solidFill>
                <a:latin typeface="Arial"/>
                <a:ea typeface="Arial"/>
                <a:cs typeface="Arial"/>
              </a:rPr>
              <a:t>Request a reading with the vehicle stationary.</a:t>
            </a:r>
          </a:p>
        </p:txBody>
      </p:sp>
      <p:sp>
        <p:nvSpPr>
          <p:cNvPr id="11" name="">
            <a:extLst xmlns:a="http://schemas.openxmlformats.org/drawingml/2006/main">
              <a:ext uri="{FF2B5EF4-FFF2-40B4-BE49-F238E27FC236}">
                <a16:creationId xmlns:a16="http://schemas.microsoft.com/office/drawing/2014/main" id="{77AC8AEB-6070-44B2-BE50-FB628F8CFA9F}"/>
              </a:ext>
            </a:extLst>
          </p:cNvPr>
          <p:cNvSpPr>
            <a:spLocks xmlns:a="http://schemas.openxmlformats.org/drawingml/2006/main" noGrp="1"/>
          </p:cNvSpPr>
          <p:nvPr/>
        </p:nvSpPr>
        <p:spPr>
          <a:xfrm xmlns:a="http://schemas.openxmlformats.org/drawingml/2006/main">
            <a:off x="609600" y="49244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16D67"/>
                </a:solidFill>
                <a:latin typeface="Arial"/>
                <a:ea typeface="Arial"/>
                <a:cs typeface="Arial"/>
              </a:defRPr>
            </a:defPPr>
            <a:lvl1pPr>
              <a:buNone/>
              <a:defRPr sz="2700" b="1">
                <a:solidFill>
                  <a:srgbClr val="116D67"/>
                </a:solidFill>
                <a:latin typeface="Arial"/>
                <a:ea typeface="Arial"/>
                <a:cs typeface="Arial"/>
              </a:defRPr>
            </a:lvl1pPr>
            <a:lvl2pPr>
              <a:buNone/>
              <a:defRPr sz="2700" b="1">
                <a:solidFill>
                  <a:srgbClr val="116D67"/>
                </a:solidFill>
                <a:latin typeface="Arial"/>
                <a:ea typeface="Arial"/>
                <a:cs typeface="Arial"/>
              </a:defRPr>
            </a:lvl2pPr>
            <a:lvl3pPr>
              <a:buNone/>
              <a:defRPr sz="2700" b="1">
                <a:solidFill>
                  <a:srgbClr val="116D67"/>
                </a:solidFill>
                <a:latin typeface="Arial"/>
                <a:ea typeface="Arial"/>
                <a:cs typeface="Arial"/>
              </a:defRPr>
            </a:lvl3pPr>
            <a:lvl4pPr>
              <a:buNone/>
              <a:defRPr sz="2700" b="1">
                <a:solidFill>
                  <a:srgbClr val="116D67"/>
                </a:solidFill>
                <a:latin typeface="Arial"/>
                <a:ea typeface="Arial"/>
                <a:cs typeface="Arial"/>
              </a:defRPr>
            </a:lvl4pPr>
            <a:lvl5pPr>
              <a:buNone/>
              <a:defRPr sz="2700" b="1">
                <a:solidFill>
                  <a:srgbClr val="116D67"/>
                </a:solidFill>
                <a:latin typeface="Arial"/>
                <a:ea typeface="Arial"/>
                <a:cs typeface="Arial"/>
              </a:defRPr>
            </a:lvl5pPr>
            <a:lvl6pPr>
              <a:buNone/>
              <a:defRPr sz="2700" b="1">
                <a:solidFill>
                  <a:srgbClr val="116D67"/>
                </a:solidFill>
                <a:latin typeface="Arial"/>
                <a:ea typeface="Arial"/>
                <a:cs typeface="Arial"/>
              </a:defRPr>
            </a:lvl6pPr>
            <a:lvl7pPr>
              <a:buNone/>
              <a:defRPr sz="2700" b="1">
                <a:solidFill>
                  <a:srgbClr val="116D67"/>
                </a:solidFill>
                <a:latin typeface="Arial"/>
                <a:ea typeface="Arial"/>
                <a:cs typeface="Arial"/>
              </a:defRPr>
            </a:lvl7pPr>
            <a:lvl8pPr>
              <a:buNone/>
              <a:defRPr sz="2700" b="1">
                <a:solidFill>
                  <a:srgbClr val="116D67"/>
                </a:solidFill>
                <a:latin typeface="Arial"/>
                <a:ea typeface="Arial"/>
                <a:cs typeface="Arial"/>
              </a:defRPr>
            </a:lvl8pPr>
            <a:lvl9pPr>
              <a:buNone/>
              <a:defRPr sz="2700" b="1">
                <a:solidFill>
                  <a:srgbClr val="116D67"/>
                </a:solidFill>
                <a:latin typeface="Arial"/>
                <a:ea typeface="Arial"/>
                <a:cs typeface="Arial"/>
              </a:defRPr>
            </a:lvl9pPr>
          </a:lstStyle>
          <a:p xmlns:a="http://schemas.openxmlformats.org/drawingml/2006/main">
            <a:pPr>
              <a:buNone/>
              <a:defRPr sz="2700" b="1">
                <a:solidFill>
                  <a:srgbClr val="116D67"/>
                </a:solidFill>
                <a:latin typeface="Arial"/>
                <a:ea typeface="Arial"/>
                <a:cs typeface="Arial"/>
              </a:defRPr>
            </a:pPr>
            <a:r>
              <a:rPr sz="2700" b="1">
                <a:solidFill>
                  <a:srgbClr val="116D67"/>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A3521915-E27C-415E-BFA0-1D0A64926198}"/>
              </a:ext>
            </a:extLst>
          </p:cNvPr>
          <p:cNvSpPr>
            <a:spLocks xmlns:a="http://schemas.openxmlformats.org/drawingml/2006/main" noGrp="1"/>
          </p:cNvSpPr>
          <p:nvPr/>
        </p:nvSpPr>
        <p:spPr>
          <a:xfrm xmlns:a="http://schemas.openxmlformats.org/drawingml/2006/main">
            <a:off x="1466850" y="49815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53"/>
                </a:solidFill>
                <a:latin typeface="Arial"/>
                <a:ea typeface="Arial"/>
                <a:cs typeface="Arial"/>
              </a:defRPr>
            </a:defPPr>
            <a:lvl1pPr>
              <a:buNone/>
              <a:defRPr sz="2100" b="0">
                <a:solidFill>
                  <a:srgbClr val="173A53"/>
                </a:solidFill>
                <a:latin typeface="Arial"/>
                <a:ea typeface="Arial"/>
                <a:cs typeface="Arial"/>
              </a:defRPr>
            </a:lvl1pPr>
            <a:lvl2pPr>
              <a:buNone/>
              <a:defRPr sz="2100" b="0">
                <a:solidFill>
                  <a:srgbClr val="173A53"/>
                </a:solidFill>
                <a:latin typeface="Arial"/>
                <a:ea typeface="Arial"/>
                <a:cs typeface="Arial"/>
              </a:defRPr>
            </a:lvl2pPr>
            <a:lvl3pPr>
              <a:buNone/>
              <a:defRPr sz="2100" b="0">
                <a:solidFill>
                  <a:srgbClr val="173A53"/>
                </a:solidFill>
                <a:latin typeface="Arial"/>
                <a:ea typeface="Arial"/>
                <a:cs typeface="Arial"/>
              </a:defRPr>
            </a:lvl3pPr>
            <a:lvl4pPr>
              <a:buNone/>
              <a:defRPr sz="2100" b="0">
                <a:solidFill>
                  <a:srgbClr val="173A53"/>
                </a:solidFill>
                <a:latin typeface="Arial"/>
                <a:ea typeface="Arial"/>
                <a:cs typeface="Arial"/>
              </a:defRPr>
            </a:lvl4pPr>
            <a:lvl5pPr>
              <a:buNone/>
              <a:defRPr sz="2100" b="0">
                <a:solidFill>
                  <a:srgbClr val="173A53"/>
                </a:solidFill>
                <a:latin typeface="Arial"/>
                <a:ea typeface="Arial"/>
                <a:cs typeface="Arial"/>
              </a:defRPr>
            </a:lvl5pPr>
            <a:lvl6pPr>
              <a:buNone/>
              <a:defRPr sz="2100" b="0">
                <a:solidFill>
                  <a:srgbClr val="173A53"/>
                </a:solidFill>
                <a:latin typeface="Arial"/>
                <a:ea typeface="Arial"/>
                <a:cs typeface="Arial"/>
              </a:defRPr>
            </a:lvl6pPr>
            <a:lvl7pPr>
              <a:buNone/>
              <a:defRPr sz="2100" b="0">
                <a:solidFill>
                  <a:srgbClr val="173A53"/>
                </a:solidFill>
                <a:latin typeface="Arial"/>
                <a:ea typeface="Arial"/>
                <a:cs typeface="Arial"/>
              </a:defRPr>
            </a:lvl7pPr>
            <a:lvl8pPr>
              <a:buNone/>
              <a:defRPr sz="2100" b="0">
                <a:solidFill>
                  <a:srgbClr val="173A53"/>
                </a:solidFill>
                <a:latin typeface="Arial"/>
                <a:ea typeface="Arial"/>
                <a:cs typeface="Arial"/>
              </a:defRPr>
            </a:lvl8pPr>
            <a:lvl9pPr>
              <a:buNone/>
              <a:defRPr sz="2100" b="0">
                <a:solidFill>
                  <a:srgbClr val="173A53"/>
                </a:solidFill>
                <a:latin typeface="Arial"/>
                <a:ea typeface="Arial"/>
                <a:cs typeface="Arial"/>
              </a:defRPr>
            </a:lvl9pPr>
          </a:lstStyle>
          <a:p xmlns:a="http://schemas.openxmlformats.org/drawingml/2006/main">
            <a:pPr>
              <a:buNone/>
              <a:defRPr sz="2100" b="0">
                <a:solidFill>
                  <a:srgbClr val="173A53"/>
                </a:solidFill>
                <a:latin typeface="Arial"/>
                <a:ea typeface="Arial"/>
                <a:cs typeface="Arial"/>
              </a:defRPr>
            </a:pPr>
            <a:r>
              <a:rPr sz="2100" b="0">
                <a:solidFill>
                  <a:srgbClr val="173A53"/>
                </a:solidFill>
                <a:latin typeface="Arial"/>
                <a:ea typeface="Arial"/>
                <a:cs typeface="Arial"/>
              </a:rPr>
              <a:t>Review the timestamp and history, then sign out.</a:t>
            </a:r>
          </a:p>
        </p:txBody>
      </p:sp>
    </p:spTree>
    <p:extLst>
      <p:ext uri="{BB962C8B-B14F-4D97-AF65-F5344CB8AC3E}">
        <p14:creationId xmlns:p14="http://schemas.microsoft.com/office/powerpoint/2010/main" val="352524365"/>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8C3C4B-1F42-4ECE-8659-414A87E108BE}"/>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53"/>
                </a:solidFill>
                <a:latin typeface="Arial"/>
                <a:ea typeface="Arial"/>
                <a:cs typeface="Arial"/>
              </a:defRPr>
            </a:defPPr>
            <a:lvl1pPr>
              <a:buNone/>
              <a:defRPr sz="3300" b="1">
                <a:solidFill>
                  <a:srgbClr val="173A53"/>
                </a:solidFill>
                <a:latin typeface="Arial"/>
                <a:ea typeface="Arial"/>
                <a:cs typeface="Arial"/>
              </a:defRPr>
            </a:lvl1pPr>
            <a:lvl2pPr>
              <a:buNone/>
              <a:defRPr sz="3300" b="1">
                <a:solidFill>
                  <a:srgbClr val="173A53"/>
                </a:solidFill>
                <a:latin typeface="Arial"/>
                <a:ea typeface="Arial"/>
                <a:cs typeface="Arial"/>
              </a:defRPr>
            </a:lvl2pPr>
            <a:lvl3pPr>
              <a:buNone/>
              <a:defRPr sz="3300" b="1">
                <a:solidFill>
                  <a:srgbClr val="173A53"/>
                </a:solidFill>
                <a:latin typeface="Arial"/>
                <a:ea typeface="Arial"/>
                <a:cs typeface="Arial"/>
              </a:defRPr>
            </a:lvl3pPr>
            <a:lvl4pPr>
              <a:buNone/>
              <a:defRPr sz="3300" b="1">
                <a:solidFill>
                  <a:srgbClr val="173A53"/>
                </a:solidFill>
                <a:latin typeface="Arial"/>
                <a:ea typeface="Arial"/>
                <a:cs typeface="Arial"/>
              </a:defRPr>
            </a:lvl4pPr>
            <a:lvl5pPr>
              <a:buNone/>
              <a:defRPr sz="3300" b="1">
                <a:solidFill>
                  <a:srgbClr val="173A53"/>
                </a:solidFill>
                <a:latin typeface="Arial"/>
                <a:ea typeface="Arial"/>
                <a:cs typeface="Arial"/>
              </a:defRPr>
            </a:lvl5pPr>
            <a:lvl6pPr>
              <a:buNone/>
              <a:defRPr sz="3300" b="1">
                <a:solidFill>
                  <a:srgbClr val="173A53"/>
                </a:solidFill>
                <a:latin typeface="Arial"/>
                <a:ea typeface="Arial"/>
                <a:cs typeface="Arial"/>
              </a:defRPr>
            </a:lvl6pPr>
            <a:lvl7pPr>
              <a:buNone/>
              <a:defRPr sz="3300" b="1">
                <a:solidFill>
                  <a:srgbClr val="173A53"/>
                </a:solidFill>
                <a:latin typeface="Arial"/>
                <a:ea typeface="Arial"/>
                <a:cs typeface="Arial"/>
              </a:defRPr>
            </a:lvl7pPr>
            <a:lvl8pPr>
              <a:buNone/>
              <a:defRPr sz="3300" b="1">
                <a:solidFill>
                  <a:srgbClr val="173A53"/>
                </a:solidFill>
                <a:latin typeface="Arial"/>
                <a:ea typeface="Arial"/>
                <a:cs typeface="Arial"/>
              </a:defRPr>
            </a:lvl8pPr>
            <a:lvl9pPr>
              <a:buNone/>
              <a:defRPr sz="3300" b="1">
                <a:solidFill>
                  <a:srgbClr val="173A53"/>
                </a:solidFill>
                <a:latin typeface="Arial"/>
                <a:ea typeface="Arial"/>
                <a:cs typeface="Arial"/>
              </a:defRPr>
            </a:lvl9pPr>
          </a:lstStyle>
          <a:p xmlns:a="http://schemas.openxmlformats.org/drawingml/2006/main">
            <a:pPr>
              <a:buNone/>
              <a:defRPr sz="3300" b="1">
                <a:solidFill>
                  <a:srgbClr val="173A53"/>
                </a:solidFill>
                <a:latin typeface="Arial"/>
                <a:ea typeface="Arial"/>
                <a:cs typeface="Arial"/>
              </a:defRPr>
            </a:pPr>
            <a:r>
              <a:rPr sz="3300" b="1">
                <a:solidFill>
                  <a:srgbClr val="173A53"/>
                </a:solidFill>
                <a:latin typeface="Arial"/>
                <a:ea typeface="Arial"/>
                <a:cs typeface="Arial"/>
              </a:rPr>
              <a:t>Release readiness</a:t>
            </a:r>
          </a:p>
        </p:txBody>
      </p:sp>
      <p:sp>
        <p:nvSpPr>
          <p:cNvPr id="2" name="">
            <a:extLst xmlns:a="http://schemas.openxmlformats.org/drawingml/2006/main">
              <a:ext uri="{FF2B5EF4-FFF2-40B4-BE49-F238E27FC236}">
                <a16:creationId xmlns:a16="http://schemas.microsoft.com/office/drawing/2014/main" id="{D9CEF75B-1556-43F2-8A36-48798CC5A00D}"/>
              </a:ext>
            </a:extLst>
          </p:cNvPr>
          <p:cNvSpPr>
            <a:spLocks xmlns:a="http://schemas.openxmlformats.org/drawingml/2006/main" noGrp="1"/>
          </p:cNvSpPr>
          <p:nvPr/>
        </p:nvSpPr>
        <p:spPr>
          <a:xfrm xmlns:a="http://schemas.openxmlformats.org/drawingml/2006/main">
            <a:off x="1114425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9"/>
                </a:solidFill>
                <a:latin typeface="Arial"/>
                <a:ea typeface="Arial"/>
                <a:cs typeface="Arial"/>
              </a:defRPr>
            </a:defPPr>
            <a:lvl1pPr>
              <a:buNone/>
              <a:defRPr sz="1200" b="0">
                <a:solidFill>
                  <a:srgbClr val="526779"/>
                </a:solidFill>
                <a:latin typeface="Arial"/>
                <a:ea typeface="Arial"/>
                <a:cs typeface="Arial"/>
              </a:defRPr>
            </a:lvl1pPr>
            <a:lvl2pPr>
              <a:buNone/>
              <a:defRPr sz="1200" b="0">
                <a:solidFill>
                  <a:srgbClr val="526779"/>
                </a:solidFill>
                <a:latin typeface="Arial"/>
                <a:ea typeface="Arial"/>
                <a:cs typeface="Arial"/>
              </a:defRPr>
            </a:lvl2pPr>
            <a:lvl3pPr>
              <a:buNone/>
              <a:defRPr sz="1200" b="0">
                <a:solidFill>
                  <a:srgbClr val="526779"/>
                </a:solidFill>
                <a:latin typeface="Arial"/>
                <a:ea typeface="Arial"/>
                <a:cs typeface="Arial"/>
              </a:defRPr>
            </a:lvl3pPr>
            <a:lvl4pPr>
              <a:buNone/>
              <a:defRPr sz="1200" b="0">
                <a:solidFill>
                  <a:srgbClr val="526779"/>
                </a:solidFill>
                <a:latin typeface="Arial"/>
                <a:ea typeface="Arial"/>
                <a:cs typeface="Arial"/>
              </a:defRPr>
            </a:lvl4pPr>
            <a:lvl5pPr>
              <a:buNone/>
              <a:defRPr sz="1200" b="0">
                <a:solidFill>
                  <a:srgbClr val="526779"/>
                </a:solidFill>
                <a:latin typeface="Arial"/>
                <a:ea typeface="Arial"/>
                <a:cs typeface="Arial"/>
              </a:defRPr>
            </a:lvl5pPr>
            <a:lvl6pPr>
              <a:buNone/>
              <a:defRPr sz="1200" b="0">
                <a:solidFill>
                  <a:srgbClr val="526779"/>
                </a:solidFill>
                <a:latin typeface="Arial"/>
                <a:ea typeface="Arial"/>
                <a:cs typeface="Arial"/>
              </a:defRPr>
            </a:lvl6pPr>
            <a:lvl7pPr>
              <a:buNone/>
              <a:defRPr sz="1200" b="0">
                <a:solidFill>
                  <a:srgbClr val="526779"/>
                </a:solidFill>
                <a:latin typeface="Arial"/>
                <a:ea typeface="Arial"/>
                <a:cs typeface="Arial"/>
              </a:defRPr>
            </a:lvl7pPr>
            <a:lvl8pPr>
              <a:buNone/>
              <a:defRPr sz="1200" b="0">
                <a:solidFill>
                  <a:srgbClr val="526779"/>
                </a:solidFill>
                <a:latin typeface="Arial"/>
                <a:ea typeface="Arial"/>
                <a:cs typeface="Arial"/>
              </a:defRPr>
            </a:lvl8pPr>
            <a:lvl9pPr>
              <a:buNone/>
              <a:defRPr sz="1200" b="0">
                <a:solidFill>
                  <a:srgbClr val="526779"/>
                </a:solidFill>
                <a:latin typeface="Arial"/>
                <a:ea typeface="Arial"/>
                <a:cs typeface="Arial"/>
              </a:defRPr>
            </a:lvl9pPr>
          </a:lstStyle>
          <a:p xmlns:a="http://schemas.openxmlformats.org/drawingml/2006/main">
            <a:pPr>
              <a:buNone/>
              <a:defRPr sz="1200" b="0">
                <a:solidFill>
                  <a:srgbClr val="526779"/>
                </a:solidFill>
                <a:latin typeface="Arial"/>
                <a:ea typeface="Arial"/>
                <a:cs typeface="Arial"/>
              </a:defRPr>
            </a:pPr>
            <a:r>
              <a:rPr sz="1200" b="0">
                <a:solidFill>
                  <a:srgbClr val="526779"/>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03F1CB0-C26D-4843-886A-ACE328C3967F}"/>
              </a:ext>
            </a:extLst>
          </p:cNvPr>
          <p:cNvSpPr>
            <a:spLocks xmlns:a="http://schemas.openxmlformats.org/drawingml/2006/main" noGrp="1"/>
          </p:cNvSpPr>
          <p:nvPr/>
        </p:nvSpPr>
        <p:spPr>
          <a:xfrm xmlns:a="http://schemas.openxmlformats.org/drawingml/2006/main">
            <a:off x="609600" y="16192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Prepared</a:t>
            </a:r>
          </a:p>
        </p:txBody>
      </p:sp>
      <p:sp>
        <p:nvSpPr>
          <p:cNvPr id="4" name="">
            <a:extLst xmlns:a="http://schemas.openxmlformats.org/drawingml/2006/main">
              <a:ext uri="{FF2B5EF4-FFF2-40B4-BE49-F238E27FC236}">
                <a16:creationId xmlns:a16="http://schemas.microsoft.com/office/drawing/2014/main" id="{5475030D-2AA2-4B2E-88F5-2A40349C13BC}"/>
              </a:ext>
            </a:extLst>
          </p:cNvPr>
          <p:cNvSpPr>
            <a:spLocks xmlns:a="http://schemas.openxmlformats.org/drawingml/2006/main" noGrp="1"/>
          </p:cNvSpPr>
          <p:nvPr/>
        </p:nvSpPr>
        <p:spPr>
          <a:xfrm xmlns:a="http://schemas.openxmlformats.org/drawingml/2006/main">
            <a:off x="609600" y="20764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Sprint 2 code, automated tests, screenshots and submission documents.</a:t>
            </a:r>
          </a:p>
        </p:txBody>
      </p:sp>
      <p:sp>
        <p:nvSpPr>
          <p:cNvPr id="5" name="">
            <a:extLst xmlns:a="http://schemas.openxmlformats.org/drawingml/2006/main">
              <a:ext uri="{FF2B5EF4-FFF2-40B4-BE49-F238E27FC236}">
                <a16:creationId xmlns:a16="http://schemas.microsoft.com/office/drawing/2014/main" id="{1550B6AE-CCC8-4B60-914E-B7B6B30F30F3}"/>
              </a:ext>
            </a:extLst>
          </p:cNvPr>
          <p:cNvSpPr>
            <a:spLocks xmlns:a="http://schemas.openxmlformats.org/drawingml/2006/main" noGrp="1"/>
          </p:cNvSpPr>
          <p:nvPr/>
        </p:nvSpPr>
        <p:spPr>
          <a:xfrm xmlns:a="http://schemas.openxmlformats.org/drawingml/2006/main">
            <a:off x="609600" y="31908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16D67"/>
                </a:solidFill>
                <a:latin typeface="Arial"/>
                <a:ea typeface="Arial"/>
                <a:cs typeface="Arial"/>
              </a:defRPr>
            </a:defPPr>
            <a:lvl1pPr>
              <a:buNone/>
              <a:defRPr sz="2250" b="1">
                <a:solidFill>
                  <a:srgbClr val="116D67"/>
                </a:solidFill>
                <a:latin typeface="Arial"/>
                <a:ea typeface="Arial"/>
                <a:cs typeface="Arial"/>
              </a:defRPr>
            </a:lvl1pPr>
            <a:lvl2pPr>
              <a:buNone/>
              <a:defRPr sz="2250" b="1">
                <a:solidFill>
                  <a:srgbClr val="116D67"/>
                </a:solidFill>
                <a:latin typeface="Arial"/>
                <a:ea typeface="Arial"/>
                <a:cs typeface="Arial"/>
              </a:defRPr>
            </a:lvl2pPr>
            <a:lvl3pPr>
              <a:buNone/>
              <a:defRPr sz="2250" b="1">
                <a:solidFill>
                  <a:srgbClr val="116D67"/>
                </a:solidFill>
                <a:latin typeface="Arial"/>
                <a:ea typeface="Arial"/>
                <a:cs typeface="Arial"/>
              </a:defRPr>
            </a:lvl3pPr>
            <a:lvl4pPr>
              <a:buNone/>
              <a:defRPr sz="2250" b="1">
                <a:solidFill>
                  <a:srgbClr val="116D67"/>
                </a:solidFill>
                <a:latin typeface="Arial"/>
                <a:ea typeface="Arial"/>
                <a:cs typeface="Arial"/>
              </a:defRPr>
            </a:lvl4pPr>
            <a:lvl5pPr>
              <a:buNone/>
              <a:defRPr sz="2250" b="1">
                <a:solidFill>
                  <a:srgbClr val="116D67"/>
                </a:solidFill>
                <a:latin typeface="Arial"/>
                <a:ea typeface="Arial"/>
                <a:cs typeface="Arial"/>
              </a:defRPr>
            </a:lvl5pPr>
            <a:lvl6pPr>
              <a:buNone/>
              <a:defRPr sz="2250" b="1">
                <a:solidFill>
                  <a:srgbClr val="116D67"/>
                </a:solidFill>
                <a:latin typeface="Arial"/>
                <a:ea typeface="Arial"/>
                <a:cs typeface="Arial"/>
              </a:defRPr>
            </a:lvl6pPr>
            <a:lvl7pPr>
              <a:buNone/>
              <a:defRPr sz="2250" b="1">
                <a:solidFill>
                  <a:srgbClr val="116D67"/>
                </a:solidFill>
                <a:latin typeface="Arial"/>
                <a:ea typeface="Arial"/>
                <a:cs typeface="Arial"/>
              </a:defRPr>
            </a:lvl7pPr>
            <a:lvl8pPr>
              <a:buNone/>
              <a:defRPr sz="2250" b="1">
                <a:solidFill>
                  <a:srgbClr val="116D67"/>
                </a:solidFill>
                <a:latin typeface="Arial"/>
                <a:ea typeface="Arial"/>
                <a:cs typeface="Arial"/>
              </a:defRPr>
            </a:lvl8pPr>
            <a:lvl9pPr>
              <a:buNone/>
              <a:defRPr sz="2250" b="1">
                <a:solidFill>
                  <a:srgbClr val="116D67"/>
                </a:solidFill>
                <a:latin typeface="Arial"/>
                <a:ea typeface="Arial"/>
                <a:cs typeface="Arial"/>
              </a:defRPr>
            </a:lvl9pPr>
          </a:lstStyle>
          <a:p xmlns:a="http://schemas.openxmlformats.org/drawingml/2006/main">
            <a:pPr>
              <a:buNone/>
              <a:defRPr sz="2250" b="1">
                <a:solidFill>
                  <a:srgbClr val="116D67"/>
                </a:solidFill>
                <a:latin typeface="Arial"/>
                <a:ea typeface="Arial"/>
                <a:cs typeface="Arial"/>
              </a:defRPr>
            </a:pPr>
            <a:r>
              <a:rPr sz="2250" b="1">
                <a:solidFill>
                  <a:srgbClr val="116D67"/>
                </a:solidFill>
                <a:latin typeface="Arial"/>
                <a:ea typeface="Arial"/>
                <a:cs typeface="Arial"/>
              </a:rPr>
              <a:t>Before the live demo</a:t>
            </a:r>
          </a:p>
        </p:txBody>
      </p:sp>
      <p:sp>
        <p:nvSpPr>
          <p:cNvPr id="6" name="">
            <a:extLst xmlns:a="http://schemas.openxmlformats.org/drawingml/2006/main">
              <a:ext uri="{FF2B5EF4-FFF2-40B4-BE49-F238E27FC236}">
                <a16:creationId xmlns:a16="http://schemas.microsoft.com/office/drawing/2014/main" id="{E747FC1A-5A3B-4222-B59D-364C7773F496}"/>
              </a:ext>
            </a:extLst>
          </p:cNvPr>
          <p:cNvSpPr>
            <a:spLocks xmlns:a="http://schemas.openxmlformats.org/drawingml/2006/main" noGrp="1"/>
          </p:cNvSpPr>
          <p:nvPr/>
        </p:nvSpPr>
        <p:spPr>
          <a:xfrm xmlns:a="http://schemas.openxmlformats.org/drawingml/2006/main">
            <a:off x="609600" y="364807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3A53"/>
                </a:solidFill>
                <a:latin typeface="Arial"/>
                <a:ea typeface="Arial"/>
                <a:cs typeface="Arial"/>
              </a:defRPr>
            </a:defPPr>
            <a:lvl1pPr>
              <a:buNone/>
              <a:defRPr sz="1875" b="0">
                <a:solidFill>
                  <a:srgbClr val="173A53"/>
                </a:solidFill>
                <a:latin typeface="Arial"/>
                <a:ea typeface="Arial"/>
                <a:cs typeface="Arial"/>
              </a:defRPr>
            </a:lvl1pPr>
            <a:lvl2pPr>
              <a:buNone/>
              <a:defRPr sz="1875" b="0">
                <a:solidFill>
                  <a:srgbClr val="173A53"/>
                </a:solidFill>
                <a:latin typeface="Arial"/>
                <a:ea typeface="Arial"/>
                <a:cs typeface="Arial"/>
              </a:defRPr>
            </a:lvl2pPr>
            <a:lvl3pPr>
              <a:buNone/>
              <a:defRPr sz="1875" b="0">
                <a:solidFill>
                  <a:srgbClr val="173A53"/>
                </a:solidFill>
                <a:latin typeface="Arial"/>
                <a:ea typeface="Arial"/>
                <a:cs typeface="Arial"/>
              </a:defRPr>
            </a:lvl3pPr>
            <a:lvl4pPr>
              <a:buNone/>
              <a:defRPr sz="1875" b="0">
                <a:solidFill>
                  <a:srgbClr val="173A53"/>
                </a:solidFill>
                <a:latin typeface="Arial"/>
                <a:ea typeface="Arial"/>
                <a:cs typeface="Arial"/>
              </a:defRPr>
            </a:lvl4pPr>
            <a:lvl5pPr>
              <a:buNone/>
              <a:defRPr sz="1875" b="0">
                <a:solidFill>
                  <a:srgbClr val="173A53"/>
                </a:solidFill>
                <a:latin typeface="Arial"/>
                <a:ea typeface="Arial"/>
                <a:cs typeface="Arial"/>
              </a:defRPr>
            </a:lvl5pPr>
            <a:lvl6pPr>
              <a:buNone/>
              <a:defRPr sz="1875" b="0">
                <a:solidFill>
                  <a:srgbClr val="173A53"/>
                </a:solidFill>
                <a:latin typeface="Arial"/>
                <a:ea typeface="Arial"/>
                <a:cs typeface="Arial"/>
              </a:defRPr>
            </a:lvl6pPr>
            <a:lvl7pPr>
              <a:buNone/>
              <a:defRPr sz="1875" b="0">
                <a:solidFill>
                  <a:srgbClr val="173A53"/>
                </a:solidFill>
                <a:latin typeface="Arial"/>
                <a:ea typeface="Arial"/>
                <a:cs typeface="Arial"/>
              </a:defRPr>
            </a:lvl7pPr>
            <a:lvl8pPr>
              <a:buNone/>
              <a:defRPr sz="1875" b="0">
                <a:solidFill>
                  <a:srgbClr val="173A53"/>
                </a:solidFill>
                <a:latin typeface="Arial"/>
                <a:ea typeface="Arial"/>
                <a:cs typeface="Arial"/>
              </a:defRPr>
            </a:lvl8pPr>
            <a:lvl9pPr>
              <a:buNone/>
              <a:defRPr sz="1875" b="0">
                <a:solidFill>
                  <a:srgbClr val="173A53"/>
                </a:solidFill>
                <a:latin typeface="Arial"/>
                <a:ea typeface="Arial"/>
                <a:cs typeface="Arial"/>
              </a:defRPr>
            </a:lvl9pPr>
          </a:lstStyle>
          <a:p xmlns:a="http://schemas.openxmlformats.org/drawingml/2006/main">
            <a:pPr>
              <a:buNone/>
              <a:defRPr sz="1875" b="0">
                <a:solidFill>
                  <a:srgbClr val="173A53"/>
                </a:solidFill>
                <a:latin typeface="Arial"/>
                <a:ea typeface="Arial"/>
                <a:cs typeface="Arial"/>
              </a:defRPr>
            </a:pPr>
            <a:r>
              <a:rPr sz="1875" b="0">
                <a:solidFill>
                  <a:srgbClr val="173A53"/>
                </a:solidFill>
                <a:latin typeface="Arial"/>
                <a:ea typeface="Arial"/>
                <a:cs typeface="Arial"/>
              </a:rPr>
              <a:t>Configure Firebase and test the reader with the target vehicle.</a:t>
            </a:r>
          </a:p>
        </p:txBody>
      </p:sp>
      <p:sp>
        <p:nvSpPr>
          <p:cNvPr id="7" name="">
            <a:extLst xmlns:a="http://schemas.openxmlformats.org/drawingml/2006/main">
              <a:ext uri="{FF2B5EF4-FFF2-40B4-BE49-F238E27FC236}">
                <a16:creationId xmlns:a16="http://schemas.microsoft.com/office/drawing/2014/main" id="{36F6980C-1B89-4B23-802D-4CDCC44E986E}"/>
              </a:ext>
            </a:extLst>
          </p:cNvPr>
          <p:cNvSpPr>
            <a:spLocks xmlns:a="http://schemas.openxmlformats.org/drawingml/2006/main" noGrp="1"/>
          </p:cNvSpPr>
          <p:nvPr/>
        </p:nvSpPr>
        <p:spPr>
          <a:xfrm xmlns:a="http://schemas.openxmlformats.org/drawingml/2006/main">
            <a:off x="609600" y="5095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779"/>
                </a:solidFill>
                <a:latin typeface="Arial"/>
                <a:ea typeface="Arial"/>
                <a:cs typeface="Arial"/>
              </a:defRPr>
            </a:defPPr>
            <a:lvl1pPr>
              <a:buNone/>
              <a:defRPr sz="2100" b="0">
                <a:solidFill>
                  <a:srgbClr val="526779"/>
                </a:solidFill>
                <a:latin typeface="Arial"/>
                <a:ea typeface="Arial"/>
                <a:cs typeface="Arial"/>
              </a:defRPr>
            </a:lvl1pPr>
            <a:lvl2pPr>
              <a:buNone/>
              <a:defRPr sz="2100" b="0">
                <a:solidFill>
                  <a:srgbClr val="526779"/>
                </a:solidFill>
                <a:latin typeface="Arial"/>
                <a:ea typeface="Arial"/>
                <a:cs typeface="Arial"/>
              </a:defRPr>
            </a:lvl2pPr>
            <a:lvl3pPr>
              <a:buNone/>
              <a:defRPr sz="2100" b="0">
                <a:solidFill>
                  <a:srgbClr val="526779"/>
                </a:solidFill>
                <a:latin typeface="Arial"/>
                <a:ea typeface="Arial"/>
                <a:cs typeface="Arial"/>
              </a:defRPr>
            </a:lvl3pPr>
            <a:lvl4pPr>
              <a:buNone/>
              <a:defRPr sz="2100" b="0">
                <a:solidFill>
                  <a:srgbClr val="526779"/>
                </a:solidFill>
                <a:latin typeface="Arial"/>
                <a:ea typeface="Arial"/>
                <a:cs typeface="Arial"/>
              </a:defRPr>
            </a:lvl4pPr>
            <a:lvl5pPr>
              <a:buNone/>
              <a:defRPr sz="2100" b="0">
                <a:solidFill>
                  <a:srgbClr val="526779"/>
                </a:solidFill>
                <a:latin typeface="Arial"/>
                <a:ea typeface="Arial"/>
                <a:cs typeface="Arial"/>
              </a:defRPr>
            </a:lvl5pPr>
            <a:lvl6pPr>
              <a:buNone/>
              <a:defRPr sz="2100" b="0">
                <a:solidFill>
                  <a:srgbClr val="526779"/>
                </a:solidFill>
                <a:latin typeface="Arial"/>
                <a:ea typeface="Arial"/>
                <a:cs typeface="Arial"/>
              </a:defRPr>
            </a:lvl6pPr>
            <a:lvl7pPr>
              <a:buNone/>
              <a:defRPr sz="2100" b="0">
                <a:solidFill>
                  <a:srgbClr val="526779"/>
                </a:solidFill>
                <a:latin typeface="Arial"/>
                <a:ea typeface="Arial"/>
                <a:cs typeface="Arial"/>
              </a:defRPr>
            </a:lvl7pPr>
            <a:lvl8pPr>
              <a:buNone/>
              <a:defRPr sz="2100" b="0">
                <a:solidFill>
                  <a:srgbClr val="526779"/>
                </a:solidFill>
                <a:latin typeface="Arial"/>
                <a:ea typeface="Arial"/>
                <a:cs typeface="Arial"/>
              </a:defRPr>
            </a:lvl8pPr>
            <a:lvl9pPr>
              <a:buNone/>
              <a:defRPr sz="2100" b="0">
                <a:solidFill>
                  <a:srgbClr val="526779"/>
                </a:solidFill>
                <a:latin typeface="Arial"/>
                <a:ea typeface="Arial"/>
                <a:cs typeface="Arial"/>
              </a:defRPr>
            </a:lvl9pPr>
          </a:lstStyle>
          <a:p xmlns:a="http://schemas.openxmlformats.org/drawingml/2006/main">
            <a:pPr>
              <a:buNone/>
              <a:defRPr sz="2100" b="0">
                <a:solidFill>
                  <a:srgbClr val="526779"/>
                </a:solidFill>
                <a:latin typeface="Arial"/>
                <a:ea typeface="Arial"/>
                <a:cs typeface="Arial"/>
              </a:defRPr>
            </a:pPr>
            <a:r>
              <a:rPr sz="2100" b="0">
                <a:solidFill>
                  <a:srgbClr val="526779"/>
                </a:solidFill>
                <a:latin typeface="Arial"/>
                <a:ea typeface="Arial"/>
                <a:cs typeface="Arial"/>
              </a:rPr>
              <a:t>Complete the actual meeting records and integrate the teammate’s registration screen for the combined Sprint 1 and 2 demo.</a:t>
            </a:r>
          </a:p>
        </p:txBody>
      </p:sp>
    </p:spTree>
    <p:extLst>
      <p:ext uri="{BB962C8B-B14F-4D97-AF65-F5344CB8AC3E}">
        <p14:creationId xmlns:p14="http://schemas.microsoft.com/office/powerpoint/2010/main" val="709105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2026-10-20T19:50:03.8500000Z</dcterms:created>
  <dcterms:modified xsi:type="dcterms:W3CDTF">2026-10-20T19:50:03.8500000Z</dcterms:modified>
</coreProperties>
</file>